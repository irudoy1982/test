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1c8d5a5fbe4f99" /><Relationship Type="http://schemas.openxmlformats.org/officeDocument/2006/relationships/extended-properties" Target="/docProps/app.xml" Id="Rb3a044c0b6e44076" /><Relationship Type="http://schemas.openxmlformats.org/officeDocument/2006/relationships/officeDocument" Target="/ppt/presentation.xml" Id="R8d60ea725dfd4e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67f716c1404631"/>
  </p:sldMasterIdLst>
  <p:notesMasterIdLst>
    <p:notesMasterId xmlns:r="http://schemas.openxmlformats.org/officeDocument/2006/relationships" r:id="Rf11ac5ee0c3a4269"/>
  </p:notesMasterIdLst>
  <p:sldIdLst>
    <p:sldId xmlns:r="http://schemas.openxmlformats.org/officeDocument/2006/relationships" id="256" r:id="R1be5259002d14eca"/>
    <p:sldId xmlns:r="http://schemas.openxmlformats.org/officeDocument/2006/relationships" id="257" r:id="R6029369c904f4344"/>
    <p:sldId xmlns:r="http://schemas.openxmlformats.org/officeDocument/2006/relationships" id="258" r:id="R4e1e67f37a7e4f77"/>
    <p:sldId xmlns:r="http://schemas.openxmlformats.org/officeDocument/2006/relationships" id="259" r:id="R514c486ec51b4398"/>
    <p:sldId xmlns:r="http://schemas.openxmlformats.org/officeDocument/2006/relationships" id="260" r:id="R5da905d0c4dd4429"/>
    <p:sldId xmlns:r="http://schemas.openxmlformats.org/officeDocument/2006/relationships" id="261" r:id="R3a6e41e016a44db2"/>
    <p:sldId xmlns:r="http://schemas.openxmlformats.org/officeDocument/2006/relationships" id="262" r:id="Re8cc200db204493d"/>
    <p:sldId xmlns:r="http://schemas.openxmlformats.org/officeDocument/2006/relationships" id="263" r:id="R435b125e803a41e0"/>
    <p:sldId xmlns:r="http://schemas.openxmlformats.org/officeDocument/2006/relationships" id="264" r:id="Rc7923dfed60840d4"/>
    <p:sldId xmlns:r="http://schemas.openxmlformats.org/officeDocument/2006/relationships" id="265" r:id="R42c9653aaf8646d6"/>
    <p:sldId xmlns:r="http://schemas.openxmlformats.org/officeDocument/2006/relationships" id="266" r:id="R84847a680bf74fd3"/>
    <p:sldId xmlns:r="http://schemas.openxmlformats.org/officeDocument/2006/relationships" id="267" r:id="Rbbdfb919676a436d"/>
    <p:sldId xmlns:r="http://schemas.openxmlformats.org/officeDocument/2006/relationships" id="268" r:id="R9ce4b3a8e7fd4ef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60fa7d41b64032" /><Relationship Type="http://schemas.openxmlformats.org/officeDocument/2006/relationships/slideMaster" Target="/ppt/slideMasters/slideMaster1.xml" Id="R3467f716c1404631" /><Relationship Type="http://schemas.openxmlformats.org/officeDocument/2006/relationships/notesMaster" Target="/ppt/notesMasters/notesMaster1.xml" Id="Rf11ac5ee0c3a4269" /><Relationship Type="http://schemas.openxmlformats.org/officeDocument/2006/relationships/presProps" Target="/ppt/presProps.xml" Id="Rb8ad1d64d37f4cf1" /><Relationship Type="http://schemas.openxmlformats.org/officeDocument/2006/relationships/tableStyles" Target="/ppt/tableStyles.xml" Id="R115e4e3f90294117" /><Relationship Type="http://schemas.openxmlformats.org/officeDocument/2006/relationships/slide" Target="/ppt/slides/slide1.xml" Id="R1be5259002d14eca" /><Relationship Type="http://schemas.openxmlformats.org/officeDocument/2006/relationships/slide" Target="/ppt/slides/slide2.xml" Id="R6029369c904f4344" /><Relationship Type="http://schemas.openxmlformats.org/officeDocument/2006/relationships/slide" Target="/ppt/slides/slide3.xml" Id="R4e1e67f37a7e4f77" /><Relationship Type="http://schemas.openxmlformats.org/officeDocument/2006/relationships/slide" Target="/ppt/slides/slide4.xml" Id="R514c486ec51b4398" /><Relationship Type="http://schemas.openxmlformats.org/officeDocument/2006/relationships/slide" Target="/ppt/slides/slide5.xml" Id="R5da905d0c4dd4429" /><Relationship Type="http://schemas.openxmlformats.org/officeDocument/2006/relationships/slide" Target="/ppt/slides/slide6.xml" Id="R3a6e41e016a44db2" /><Relationship Type="http://schemas.openxmlformats.org/officeDocument/2006/relationships/slide" Target="/ppt/slides/slide7.xml" Id="Re8cc200db204493d" /><Relationship Type="http://schemas.openxmlformats.org/officeDocument/2006/relationships/slide" Target="/ppt/slides/slide8.xml" Id="R435b125e803a41e0" /><Relationship Type="http://schemas.openxmlformats.org/officeDocument/2006/relationships/slide" Target="/ppt/slides/slide9.xml" Id="Rc7923dfed60840d4" /><Relationship Type="http://schemas.openxmlformats.org/officeDocument/2006/relationships/slide" Target="/ppt/slides/slide10.xml" Id="R42c9653aaf8646d6" /><Relationship Type="http://schemas.openxmlformats.org/officeDocument/2006/relationships/slide" Target="/ppt/slides/slide11.xml" Id="R84847a680bf74fd3" /><Relationship Type="http://schemas.openxmlformats.org/officeDocument/2006/relationships/slide" Target="/ppt/slides/slide12.xml" Id="Rbbdfb919676a436d" /><Relationship Type="http://schemas.openxmlformats.org/officeDocument/2006/relationships/slide" Target="/ppt/slides/slide13.xml" Id="R9ce4b3a8e7fd4e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b7aae06d6249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3f7f426b474a1e" /><Relationship Type="http://schemas.openxmlformats.org/officeDocument/2006/relationships/notesMaster" Target="/ppt/notesMasters/notesMaster1.xml" Id="Rbf6435872ca948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e4af7d9072492f" /><Relationship Type="http://schemas.openxmlformats.org/officeDocument/2006/relationships/notesMaster" Target="/ppt/notesMasters/notesMaster1.xml" Id="R13c7ffbf29774d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d822f5e004458d" /><Relationship Type="http://schemas.openxmlformats.org/officeDocument/2006/relationships/notesMaster" Target="/ppt/notesMasters/notesMaster1.xml" Id="R7d1c098b382d45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2890852b584855" /><Relationship Type="http://schemas.openxmlformats.org/officeDocument/2006/relationships/notesMaster" Target="/ppt/notesMasters/notesMaster1.xml" Id="Ra9bb4e3b3b7b40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7edf7857214d87" /><Relationship Type="http://schemas.openxmlformats.org/officeDocument/2006/relationships/notesMaster" Target="/ppt/notesMasters/notesMaster1.xml" Id="R6fe9026070bb4f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7c6f2ee63f410c" /><Relationship Type="http://schemas.openxmlformats.org/officeDocument/2006/relationships/notesMaster" Target="/ppt/notesMasters/notesMaster1.xml" Id="R7cfa4eeb77fa49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e53b0b2fb74bd2" /><Relationship Type="http://schemas.openxmlformats.org/officeDocument/2006/relationships/notesMaster" Target="/ppt/notesMasters/notesMaster1.xml" Id="R5eeecba1c4b042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782dbac2e746d2" /><Relationship Type="http://schemas.openxmlformats.org/officeDocument/2006/relationships/notesMaster" Target="/ppt/notesMasters/notesMaster1.xml" Id="Refffaa6591dc4e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564ce7c59141ea" /><Relationship Type="http://schemas.openxmlformats.org/officeDocument/2006/relationships/notesMaster" Target="/ppt/notesMasters/notesMaster1.xml" Id="R47bea61a5a184f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14d55a48d84eba" /><Relationship Type="http://schemas.openxmlformats.org/officeDocument/2006/relationships/notesMaster" Target="/ppt/notesMasters/notesMaster1.xml" Id="R3ddc809e743440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922fddf039459f" /><Relationship Type="http://schemas.openxmlformats.org/officeDocument/2006/relationships/notesMaster" Target="/ppt/notesMasters/notesMaster1.xml" Id="Rad91c2f81bf945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02a7bf0e87f49be" /><Relationship Type="http://schemas.openxmlformats.org/officeDocument/2006/relationships/notesMaster" Target="/ppt/notesMasters/notesMaster1.xml" Id="Re9064ca673be422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3edd4705f44cca" /><Relationship Type="http://schemas.openxmlformats.org/officeDocument/2006/relationships/notesMaster" Target="/ppt/notesMasters/notesMaster1.xml" Id="R27c71b8d20c64b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10b5d2462849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4e3bd377794f4f" /><Relationship Type="http://schemas.openxmlformats.org/officeDocument/2006/relationships/slideLayout" Target="/ppt/slideLayouts/slideLayout1.xml" Id="R1cb0ef00535440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b0ef00535440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562d2844449c3" /><Relationship Type="http://schemas.openxmlformats.org/officeDocument/2006/relationships/image" Target="/ppt/media/image.png" Id="R79098c88964346bb" /><Relationship Type="http://schemas.openxmlformats.org/officeDocument/2006/relationships/notesSlide" Target="/ppt/notesSlides/notesSlide1.xml" Id="Rac0bfecce6d54f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2a1ce239448c9" /><Relationship Type="http://schemas.openxmlformats.org/officeDocument/2006/relationships/image" Target="/ppt/media/image2.png" Id="R7345dc180e004a51" /><Relationship Type="http://schemas.openxmlformats.org/officeDocument/2006/relationships/image" Target="/ppt/media/image3.png" Id="R421c07b8e58247f5" /><Relationship Type="http://schemas.openxmlformats.org/officeDocument/2006/relationships/notesSlide" Target="/ppt/notesSlides/notesSlide2.xml" Id="R81296b5894be4a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bfc263f9e4314" /><Relationship Type="http://schemas.openxmlformats.org/officeDocument/2006/relationships/image" Target="/ppt/media/image4.png" Id="Rce9d7d793bdb4e91" /><Relationship Type="http://schemas.openxmlformats.org/officeDocument/2006/relationships/notesSlide" Target="/ppt/notesSlides/notesSlide3.xml" Id="R2e2ba9accab743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13052a837417f" /><Relationship Type="http://schemas.openxmlformats.org/officeDocument/2006/relationships/image" Target="/ppt/media/image5.png" Id="Rd49251708c1e4516" /><Relationship Type="http://schemas.openxmlformats.org/officeDocument/2006/relationships/notesSlide" Target="/ppt/notesSlides/notesSlide4.xml" Id="R14d1e1ffe15546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07eb8e6384536" /><Relationship Type="http://schemas.openxmlformats.org/officeDocument/2006/relationships/image" Target="/ppt/media/image6.png" Id="Re6cc0004cd884b7e" /><Relationship Type="http://schemas.openxmlformats.org/officeDocument/2006/relationships/notesSlide" Target="/ppt/notesSlides/notesSlide5.xml" Id="R6095b31e0db941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2d261db024ff9" /><Relationship Type="http://schemas.openxmlformats.org/officeDocument/2006/relationships/image" Target="/ppt/media/image7.png" Id="Rbd0f7126b9d848a6" /><Relationship Type="http://schemas.openxmlformats.org/officeDocument/2006/relationships/notesSlide" Target="/ppt/notesSlides/notesSlide6.xml" Id="R59ed7fb8e1c74a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621f0db424d07" /><Relationship Type="http://schemas.openxmlformats.org/officeDocument/2006/relationships/image" Target="/ppt/media/image8.png" Id="R62d7fa24f5124bf9" /><Relationship Type="http://schemas.openxmlformats.org/officeDocument/2006/relationships/notesSlide" Target="/ppt/notesSlides/notesSlide7.xml" Id="R4229f0b5e0ea43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e43686ea341fb" /><Relationship Type="http://schemas.openxmlformats.org/officeDocument/2006/relationships/image" Target="/ppt/media/image9.png" Id="R4aead4538a3d4f34" /><Relationship Type="http://schemas.openxmlformats.org/officeDocument/2006/relationships/notesSlide" Target="/ppt/notesSlides/notesSlide8.xml" Id="R3ee37079e71342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8852e27514ace" /><Relationship Type="http://schemas.openxmlformats.org/officeDocument/2006/relationships/image" Target="/ppt/media/image10.png" Id="R3e936e6051da40d8" /><Relationship Type="http://schemas.openxmlformats.org/officeDocument/2006/relationships/notesSlide" Target="/ppt/notesSlides/notesSlide9.xml" Id="Rb02d0f3278cc44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7577b05484daf" /><Relationship Type="http://schemas.openxmlformats.org/officeDocument/2006/relationships/image" Target="/ppt/media/image11.png" Id="R3568ef0f5c29413d" /><Relationship Type="http://schemas.openxmlformats.org/officeDocument/2006/relationships/notesSlide" Target="/ppt/notesSlides/notesSlide10.xml" Id="Rb80494d588b643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8382258104982" /><Relationship Type="http://schemas.openxmlformats.org/officeDocument/2006/relationships/image" Target="/ppt/media/image12.png" Id="R52c2910f6ccb450a" /><Relationship Type="http://schemas.openxmlformats.org/officeDocument/2006/relationships/notesSlide" Target="/ppt/notesSlides/notesSlide11.xml" Id="Rd75750a81d0a4b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1f2fd4ac8409a" /><Relationship Type="http://schemas.openxmlformats.org/officeDocument/2006/relationships/image" Target="/ppt/media/image13.png" Id="Rc4d9cb3a97344e22" /><Relationship Type="http://schemas.openxmlformats.org/officeDocument/2006/relationships/notesSlide" Target="/ppt/notesSlides/notesSlide12.xml" Id="R800b667e976e487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d17d36d8f433b" /><Relationship Type="http://schemas.openxmlformats.org/officeDocument/2006/relationships/image" Target="/ppt/media/image14.png" Id="R83958440a86d46e6" /><Relationship Type="http://schemas.openxmlformats.org/officeDocument/2006/relationships/image" Target="/ppt/media/image15.png" Id="R136a5f000fd54883" /><Relationship Type="http://schemas.openxmlformats.org/officeDocument/2006/relationships/notesSlide" Target="/ppt/notesSlides/notesSlide13.xml" Id="R2725bfaa3afb4c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934595-EAB0-476C-8F4A-23C8101B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B9F03-C32E-4FE7-A059-25311E9B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98c88964346bb"/>
          <a:stretch xmlns:a="http://schemas.openxmlformats.org/drawingml/2006/main"/>
        </p:blipFill>
        <p:spPr>
          <a:xfrm xmlns:a="http://schemas.openxmlformats.org/drawingml/2006/main">
            <a:off x="942635" y="523875"/>
            <a:ext cx="1867580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3D2B8-2B24-48BA-8381-51633E9A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32620C-CFA0-41AA-A1F8-84164FC5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63"/>
                </a:solidFill>
              </a:defRPr>
            </a:pPr>
            <a:r>
              <a:rPr sz="375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70B89-2B2C-4989-9E11-76F36444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96780"/>
                </a:solidFill>
              </a:defRPr>
            </a:pPr>
            <a:r>
              <a:rPr sz="165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8063E-90A3-450B-87D1-560A3C03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9D401-395B-46AB-B583-C475627F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FD359-021B-45AC-BAA5-12AE4A77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443A7-5250-4D39-80DD-6E5EABFB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07781F-C3AA-45C2-98C5-E9DE9442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DB8D42-3530-475E-A591-0831562F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33D1F0-9338-430D-957B-CAF8431B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{{DATE}}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6DBD11-542F-4426-A5E6-76ED513C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C45A67-EA51-4FAE-BDD7-A7B467BE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20015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ИТ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128068-ECED-4DEB-9C1C-5EB3ED25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20015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2048A8"/>
                </a:solidFill>
              </a:defRPr>
            </a:pPr>
            <a:r>
              <a:rPr sz="4500" b="1">
                <a:solidFill>
                  <a:srgbClr val="2048A8"/>
                </a:solidFill>
              </a:rPr>
              <a:t>ИБ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780813-B7F4-4028-A5E3-04BF8378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05050"/>
            <a:ext cx="3219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44C80E-2D6C-4EB7-AE2E-67CE1F26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Факты анкеты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1D6231-F127-436A-996B-205EECEC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718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Риски и последствия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139BE8-C701-4806-A0F3-F7178965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195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Требования Республики Казахстан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D040B8-5876-407E-8D7E-05A56EE4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5300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План практических изменений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3276D-33E5-49EA-ABF0-5832DC1B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788102-6B38-4FB2-B96D-B277FF4A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9047027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C75BCA-D851-4D3F-B9D9-E2AC7D1B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5dc180e004a51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62E06-A199-4A31-9CD0-45991540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423C3F-3569-4D0B-955D-782C7FDA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A8BA9-57B8-4176-8AD8-DC21BE92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A0D91C-00DF-4C14-95CA-CF6776F0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367DAE-F1E7-4CC8-806E-8955E6B3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9A59F-932D-4338-B51B-D2730ACE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48A8"/>
                </a:solidFill>
              </a:defRPr>
            </a:pPr>
            <a:r>
              <a:rPr sz="1875" b="1">
                <a:solidFill>
                  <a:srgbClr val="2048A8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E0347-1705-4265-8A29-3C5D1CAD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3D4FF8-AA64-4796-A31F-7723FEFD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84BDD-8B2B-4E0C-B940-14BE5D85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949D1-C462-4790-BAD4-96E2321E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0967A2-2DD8-4344-AF53-CABBB646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63"/>
                </a:solidFill>
              </a:defRPr>
            </a:pPr>
            <a:r>
              <a:rPr sz="2700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7DBC8-D2A2-4B40-A750-30115E66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1DA50A-B713-42DF-B250-61C3F5B5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CFA7B1-F708-4BA2-8808-32AF2368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66F356-8379-436D-9614-0C1ABBF0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1CD1A8-443A-4C5B-A10B-32B4385B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40EB6-DC7C-4318-A6A9-AF799698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8D453A-B835-42F8-9F0F-F9266451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5811B8-58C6-4EA4-B2DC-2A9E4F66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9F1254-15FE-45B0-8F00-406B192B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5013AB-EEC2-49EC-8B6C-B6399E8B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891A9D-DD64-4E3B-BDC6-AB513672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3FF9F1-13BA-49C5-92D9-E6A53C7C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D8133F-9C7B-44DD-AFB6-EB3E6C20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C1A389-6773-4794-8C04-93BA2E45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8A1BCC-C9D5-422E-85FA-4FD219FF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00398A-9262-40F4-85EB-3009A45D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A82CD0-B269-40F8-9FEE-6A6EA0C3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B463B5-12D9-4DA9-B557-F4990539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EDBD89-FC58-4118-BFC2-E97569DD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13B15E-4327-4B2C-B358-F6B68390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Рабочие сессии, внедрение, поддержка и передача знаний команде.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996829-7821-439D-9BF8-CD310B4E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A297DA-E753-4F8F-B715-855CAA01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c07b8e58247f5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895BE7-4CFB-4B7F-BCFF-10E30C6E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Аудит в одном экране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2B492E-DE61-4A25-BA20-769E63EA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076AFD-DA23-4F0F-9FA9-FC7E1D3B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AA865C-D8C4-4D62-A811-15F9BF0C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D54E38-7F3F-4A92-9044-20CF2CF7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E97C2C-7114-4ED9-80BA-CE51109B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63"/>
                </a:solidFill>
              </a:defRPr>
            </a:pPr>
            <a:r>
              <a:rPr sz="2175" b="1">
                <a:solidFill>
                  <a:srgbClr val="102A63"/>
                </a:solidFill>
              </a:rPr>
              <a:t>{{SUMMARY_TITLE}}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F03FFB-6943-4995-97B0-E6E5C892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ACAF2A-2A42-4564-80EB-64ADB321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59736F3-8A02-4954-A586-E0A05C1E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138F30-5144-4DEB-8CAC-48F890B4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A42D86-59CE-4E6E-A818-1CCCEA6A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06C521-B083-4239-89DE-037D216E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B646F2-71F2-453D-BC79-E8760A8F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48A8"/>
                </a:solidFill>
              </a:defRPr>
            </a:pPr>
            <a:r>
              <a:rPr sz="1425" b="1">
                <a:solidFill>
                  <a:srgbClr val="2048A8"/>
                </a:solidFill>
              </a:rPr>
              <a:t>Ключевые наблюдения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7F2DA1B-D11C-4228-A2A2-FC81C50A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A9353AA-EA21-4159-8520-D5592B21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AC7760-27A5-45D8-B640-B996CB6A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9FD119F-BA48-40C1-9C1D-9E74130E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229BCAA-7E30-4B31-9331-DB1F2901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2A928A-C5F7-4FE1-92EA-2256A15A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11FBE5C-EC30-408B-808D-FD1EF741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A22FD56-C2C2-41FA-8875-A9784898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</p:spTree>
    <p:extLst>
      <p:ext uri="{BB962C8B-B14F-4D97-AF65-F5344CB8AC3E}">
        <p14:creationId xmlns:p14="http://schemas.microsoft.com/office/powerpoint/2010/main" val="18319042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AC9246-57F7-4A29-B969-4FAC7C2F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d7d793bdb4e91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08E2A-2EC0-4B8A-961B-7BE77A32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Что результаты означают для бизнеса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393D99-6A88-40D9-9B70-7C0E2A46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73064-05B4-4BCE-8866-3A4C23B8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B64F8-B470-4057-8892-779707EC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1607FB-A555-4174-A062-9C733C03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1FC87-AA52-4A42-80CE-E9935B7C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48A8"/>
                </a:solidFill>
              </a:defRPr>
            </a:pPr>
            <a:r>
              <a:rPr sz="2100" b="1">
                <a:solidFill>
                  <a:srgbClr val="2048A8"/>
                </a:solidFill>
              </a:rPr>
              <a:t>Влияние на непрерывность, управляемость, соответствие и развитие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1DAEB-0C68-42E3-B6BC-BDCFD1F1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FC8725-7FED-4981-8402-4FB1D094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7C27E7-D0C6-4744-AE72-59EC21FE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B8849-4CDB-4CC6-9711-B1E2A3F7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27845B-8F09-402C-AED7-E813EC04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2B0101-8FCD-4225-A570-BD426B8E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A9666B-FBB9-4F71-9242-32FE36D4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D0AD36-AB7C-4980-92CC-651E8BBA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8800BF-0884-44B1-9B99-C5284231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32FF7-E074-4666-9D53-E079065E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1544C0-3498-4CE7-97EE-ADCBEF83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816898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D3EE60-9459-498B-94E3-04C61CDA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251708c1e4516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1F9B3-D7F2-4188-A6DC-41422565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Контекст среды и уже работающие контроли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4D15E-EA0C-4648-8CDF-1FA68370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D1E034-1C39-4254-AC57-7068CF42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6AC6-12E6-41C3-BCE4-C1E8B071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0657B-881F-4686-9774-D3E6FDAF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8FCF2-8000-44DB-919D-6AD2DD4F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9C0215-4842-41AC-8FD6-549E8C3D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05CD8-9CF4-4BF1-A215-C1FE3038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47A07C-BE09-4823-84FE-F3754E48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45357-0320-4066-BE9A-EE1169E6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0FADF7-6903-4306-BE65-D7FC815E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05DB3-C81A-4E97-BCF0-8A980457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820AED-4365-43F2-9045-CE187349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84829C-881E-4952-9B3F-8EF5E973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3AD9D3-6509-4EF2-BCBC-685BBD11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87C644-5C69-4572-9761-20E5EB8D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059AFB-6552-4323-BB3E-FA2778AD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8BFD20-AE93-45C7-8DD0-5065B3FB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77A9BC-F9E9-4E91-A166-A83A9672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4D18C0-9498-4DCD-974C-C9417FD2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Подтвержденные 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6E01A5-CA62-4618-BE76-CC7465E8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20BEC-CC8E-45D3-B064-8987E2A9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{{STRENGTH_1}}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E67279-788C-4E81-9436-6A613494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C02950-2560-49ED-853C-A86AA9E8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{{STRENGTH_2}}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F3690C-9D3F-433A-8452-AB456237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97C2FF-0269-4165-BEDE-36993FC4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{{STRENGTH_3}}</a:t>
            </a:r>
          </a:p>
        </p:txBody>
      </p:sp>
    </p:spTree>
    <p:extLst>
      <p:ext uri="{BB962C8B-B14F-4D97-AF65-F5344CB8AC3E}">
        <p14:creationId xmlns:p14="http://schemas.microsoft.com/office/powerpoint/2010/main" val="9968809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09C7FB-1A38-4D71-BF27-8B32F6BF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c0004cd884b7e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8EC3E-BAD8-44D5-AC6B-72EAE0FE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Карта подтвержденных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7A347-CCE0-4C27-83E6-113DED0A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F9B37-C815-4499-AF5F-0AF31A9E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0B0E2-1E84-4F4F-8D4F-D51D8703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21276-C9FF-4259-A0EB-96A30E2C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ADC96D-B09B-4CA0-BB00-390841E1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F50FB7-0EBA-400C-8393-FE48457E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D142B8-2064-4B3A-9B54-FE6603D5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1"/>
                </a:solidFill>
              </a:defRPr>
            </a:pPr>
            <a:r>
              <a:rPr sz="900" b="1">
                <a:solidFill>
                  <a:srgbClr val="A20001"/>
                </a:solidFill>
              </a:rPr>
              <a:t>{{RISK_1_LEVEL}}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5F38E-C3A9-4AD2-A67F-CBB2F8AB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2BE490-D6EE-4CF2-B2C7-1A10F058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6F24D2-94AA-4B8B-B2A3-9295A047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082204-4539-4975-BC66-83286B99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3792D6-B9FD-45F9-8E4F-34101668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2"/>
                </a:solidFill>
              </a:defRPr>
            </a:pPr>
            <a:r>
              <a:rPr sz="900" b="1">
                <a:solidFill>
                  <a:srgbClr val="A20002"/>
                </a:solidFill>
              </a:rPr>
              <a:t>{{RISK_2_LEVEL}}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111470-C356-4F65-974F-34D3D0FB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791032-A296-414D-B719-9A9DFA81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773DD-448C-460D-98BD-599A380F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066341-0A9C-4EE3-B7EB-45C946EC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4E3D38-83DA-4F1A-8BC7-B62587A4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3"/>
                </a:solidFill>
              </a:defRPr>
            </a:pPr>
            <a:r>
              <a:rPr sz="900" b="1">
                <a:solidFill>
                  <a:srgbClr val="A20003"/>
                </a:solidFill>
              </a:rPr>
              <a:t>{{RISK_3_LEVEL}}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591BBB-88EC-4191-8A41-3DABD010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79989C-BD9E-4B61-9D34-4C6B282E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369347-1944-4DA4-BE9C-9C012795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679098-5026-4159-96AC-48C43B83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FAA4EA-2A6E-4ED6-A3F3-860D08B2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4"/>
                </a:solidFill>
              </a:defRPr>
            </a:pPr>
            <a:r>
              <a:rPr sz="900" b="1">
                <a:solidFill>
                  <a:srgbClr val="A20004"/>
                </a:solidFill>
              </a:rPr>
              <a:t>{{RISK_4_LEVEL}}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0E5359-86B5-4459-BB9A-2123AD91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DABABD-B6E6-406A-A183-9218D6CB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4C6A79-5D86-476C-9FFA-78C621A0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09D8D4-619A-485F-8BAC-14E2E834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418614-513D-4539-A87A-3E06C6ED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5"/>
                </a:solidFill>
              </a:defRPr>
            </a:pPr>
            <a:r>
              <a:rPr sz="900" b="1">
                <a:solidFill>
                  <a:srgbClr val="A20005"/>
                </a:solidFill>
              </a:rPr>
              <a:t>{{RISK_5_LEVEL}}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0CBD73-252E-4AAE-B647-02207771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{{RISK_5_TITLE}}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279D5F-5177-490A-8AFB-C32EA33E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{{RISK_5_IMPACT}}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3B5064-4637-459C-A8FF-46A6C4F6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870414-1412-45D9-BCC4-0226420E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AF306D-9499-40CE-A776-0931A8EC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6"/>
                </a:solidFill>
              </a:defRPr>
            </a:pPr>
            <a:r>
              <a:rPr sz="900" b="1">
                <a:solidFill>
                  <a:srgbClr val="A20006"/>
                </a:solidFill>
              </a:rPr>
              <a:t>{{RISK_6_LEVEL}}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13B066-D2BB-4D9E-93A1-D5886E3D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{{RISK_6_TITLE}}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95BE3C-F99D-4386-91C6-CD7ADB47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{{RISK_6_IMPACT}}</a:t>
            </a:r>
          </a:p>
        </p:txBody>
      </p:sp>
    </p:spTree>
    <p:extLst>
      <p:ext uri="{BB962C8B-B14F-4D97-AF65-F5344CB8AC3E}">
        <p14:creationId xmlns:p14="http://schemas.microsoft.com/office/powerpoint/2010/main" val="3649762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AF5D9C-F895-4A80-8F51-5E17553B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f7126b9d848a6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7D618D-D32A-4D5C-AA6C-3198AA97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Регуляторный профиль по сфере деятельности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BA235C-38AD-4F49-B4AB-5838DE97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862264-3A87-4D3E-8567-1F2ED3D2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A97076-6DF0-4B2F-9B3A-0DDF2EEB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9DB643-1EA6-496E-9C73-44CCFEF7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40FC0-ED38-4639-9B15-F4CA6972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48A8"/>
                </a:solidFill>
              </a:defRPr>
            </a:pPr>
            <a:r>
              <a:rPr sz="1425" b="1">
                <a:solidFill>
                  <a:srgbClr val="2048A8"/>
                </a:solidFill>
              </a:rPr>
              <a:t>Отрасль: {{INDUSTRY}}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1F0F1-4F46-47E1-A472-4D46ED74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51625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3C35A-B9FD-4D68-A197-9038DB70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{{LAW_1_STATUS}}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5CBA9B-1F25-4775-A498-E0A3A851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764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{{LAW_1_TITLE}}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1ADB8-8FFF-4613-B925-A0CFCBC1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{{LAW_1_SCOPE}}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964EA1-6D82-4717-9C22-6435C8C3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47850"/>
            <a:ext cx="51625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918DA-F22D-46E9-8A75-10A0CD82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193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{{LAW_2_STATUS}}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7A6D1B-5E85-4E13-BDE8-4E1A1B97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764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{{LAW_2_TITLE}}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46D59-DD5F-4124-B025-B34134F4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62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{{LAW_2_SCOPE}}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1EA8D0-3CE4-4402-966D-6D77D9BB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51625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D02D35-6DD7-4013-B0AA-85A5F032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{{LAW_3_STATUS}}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38DCA1-A2D7-44D7-A053-419FE557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481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{{LAW_3_TITLE}}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D94745-A246-421E-A8C2-454F0957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{{LAW_3_SCOPE}}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7B48D5-307D-452C-8E22-A018F783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625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7B9700-B6C2-4D2B-BF5C-51F171AF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{{LAW_4_STATUS}}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93948A-036C-4BE9-9A05-D23CF548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481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{{LAW_4_TITLE}}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7D88E5-D3E6-401D-8324-E7CA9C05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339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{{LAW_4_SCOPE}}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CD9AD4-156E-4761-8834-F55778D9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1064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Методические ориентиры: {{FRAMEWORKS}}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051D0-0B38-428F-8FB9-04BF0F64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Нормативный акт задает требование к контролю, а не обязанность покупать конкретный продукт.</a:t>
            </a:r>
          </a:p>
        </p:txBody>
      </p:sp>
    </p:spTree>
    <p:extLst>
      <p:ext uri="{BB962C8B-B14F-4D97-AF65-F5344CB8AC3E}">
        <p14:creationId xmlns:p14="http://schemas.microsoft.com/office/powerpoint/2010/main" val="4997177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9131ED-C61A-4D1A-9774-797F006C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7fa24f5124bf9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3774F9-E999-4939-ACA3-AA1BA35B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B2A5AC-B4B7-4C47-8EDC-55CB9EED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18DD9A-EC76-4BB3-A0C9-DC701DB6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B16F0-8C95-43BE-89C2-29573B50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FB75A-1356-47AE-925B-5047E4FF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72377-3F72-4271-895F-8E28B23E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EF8DB-2BBA-47C1-BFCD-A07D7048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7017E-2B78-4DAB-96CF-24008681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1"/>
                </a:solidFill>
              </a:defRPr>
            </a:pPr>
            <a:r>
              <a:rPr sz="900" b="1">
                <a:solidFill>
                  <a:srgbClr val="B20001"/>
                </a:solidFill>
              </a:rPr>
              <a:t>{{REC_1_LEVEL}}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E4B916-4689-48B4-8C74-04D93219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1"/>
                </a:solidFill>
              </a:defRPr>
            </a:pPr>
            <a:r>
              <a:rPr sz="2550" b="1">
                <a:solidFill>
                  <a:srgbClr val="B20001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9560C-AABE-4906-98DB-CED1B8C5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50065-9FED-4848-BBFA-781CDD94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7FA1A4-8471-495E-9F02-A47815F7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{{REC_1_EVIDENCE}}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34089A-2097-47F6-9283-199D46C7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AB75E-6D19-4012-A4E1-B9E60C43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{{REC_1_ACTION}}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B49ACC-820F-4DB9-B34D-FE773F6E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72FA34-97AD-4A2C-A023-89868AF4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FE45F9-285C-4E48-8A0E-6FDB9BCA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{{REC_1_SOLUTION}} · {{REC_1_VENDORS}}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ADCBBC-329D-4515-A8F2-D4D60910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A77A73-B383-43E6-ABBD-3FD7FE62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{{REC_1_LEGAL}}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6B8A0C-CBBA-4568-817D-912E43F8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99BC9C-BC37-46F3-973E-8BF7A905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{{REC_1_METRIC}}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6FBC96-5250-4DDB-98A6-D9C99711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5720CA-4D98-482B-8977-5C8A479D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2F87DC-1580-48C1-B50E-A989F38D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2"/>
                </a:solidFill>
              </a:defRPr>
            </a:pPr>
            <a:r>
              <a:rPr sz="900" b="1">
                <a:solidFill>
                  <a:srgbClr val="B20002"/>
                </a:solidFill>
              </a:rPr>
              <a:t>{{REC_2_LEVEL}}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DDFC2C-BBCF-4780-A419-FEE85BDF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2"/>
                </a:solidFill>
              </a:defRPr>
            </a:pPr>
            <a:r>
              <a:rPr sz="2550" b="1">
                <a:solidFill>
                  <a:srgbClr val="B20002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5F9EC7-53F9-4233-A2D4-E211C93D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CCE0A5-FA33-4F47-8424-00F452AF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270608-786A-42EF-B63C-AC1C8615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{{REC_2_EVIDENCE}}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BABA31-575E-4901-8A7F-69696BB0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FF5BEF-1AB2-482E-B0A7-F1715D6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{{REC_2_ACTION}}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B07635-A7B3-44A8-A07D-721FFF7C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5182D-AAFB-4C53-ACFA-C9AA9667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13A533-6158-4096-8A10-593156B8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{{REC_2_SOLUTION}} · {{REC_2_VENDORS}}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BFCF48-B925-4890-B3A0-D748EB84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185D3A-9C34-45A4-9C73-CD2D4833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{{REC_2_LEGAL}}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9DC04B-9FA7-413E-AEB9-B703F239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D8C288-B0B5-4AE6-9B98-C756E8A1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{{REC_2_METRIC}}</a:t>
            </a:r>
          </a:p>
        </p:txBody>
      </p:sp>
    </p:spTree>
    <p:extLst>
      <p:ext uri="{BB962C8B-B14F-4D97-AF65-F5344CB8AC3E}">
        <p14:creationId xmlns:p14="http://schemas.microsoft.com/office/powerpoint/2010/main" val="6171462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CF6CB8-5518-4E72-8E34-9F461BA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ad4538a3d4f34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DB8FF-37DE-453A-B485-0B5EF086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снижение основных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01CDF-820D-4D30-81D5-A717E30A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FD736-B0F2-41EF-930C-348C83D3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7CA90-ABC2-43EA-9D6D-7B1D013D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4D617-069F-45A1-8533-234263C5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C100A-3F00-4DDA-8B60-72522225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A43CD-9B3B-4DAE-A70D-29635314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9ED2D-B876-490C-BEB0-8F8623D1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3"/>
                </a:solidFill>
              </a:defRPr>
            </a:pPr>
            <a:r>
              <a:rPr sz="900" b="1">
                <a:solidFill>
                  <a:srgbClr val="B20003"/>
                </a:solidFill>
              </a:rPr>
              <a:t>{{REC_3_LEVEL}}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79935E-D584-42E0-BAFB-4CA0F36F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3"/>
                </a:solidFill>
              </a:defRPr>
            </a:pPr>
            <a:r>
              <a:rPr sz="2550" b="1">
                <a:solidFill>
                  <a:srgbClr val="B2000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73F04-65B2-429C-8004-22542117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690432-B355-40CE-8182-D4505D4B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23023E-7FDC-4A74-91DA-DF2F3FA4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{{REC_3_EVIDENCE}}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418FD-E12C-46E2-85D8-00DEC43D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B1D944-63BA-41E0-B74E-1C67E5AE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{{REC_3_ACTION}}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4CF27C-3C51-4496-B30F-05D0ADC1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081E1A-2AAB-4C28-9E6F-16418AA0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691728-70EE-4DC9-AAB6-995DAF3B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{{REC_3_SOLUTION}} · {{REC_3_VENDORS}}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E79249-8291-47C4-832E-553C2686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24EA5D-1DAB-4F74-99C3-86D5F8F5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{{REC_3_LEGAL}}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86FF0C-F8EF-40D6-B76B-F82DA60A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F80208-88A7-471E-8344-7913CFDD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{{REC_3_METRIC}}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A3763-5001-4952-BD76-B22E0777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491D98-0D21-48ED-A929-828F1BCB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9D5B73-1EB1-43C8-9F3A-28F0B9C5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4"/>
                </a:solidFill>
              </a:defRPr>
            </a:pPr>
            <a:r>
              <a:rPr sz="900" b="1">
                <a:solidFill>
                  <a:srgbClr val="B20004"/>
                </a:solidFill>
              </a:rPr>
              <a:t>{{REC_4_LEVEL}}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C0E77B-3C19-410D-851A-DD34080C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4"/>
                </a:solidFill>
              </a:defRPr>
            </a:pPr>
            <a:r>
              <a:rPr sz="2550" b="1">
                <a:solidFill>
                  <a:srgbClr val="B20004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C32839-6855-49AE-8FA1-86D0B014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B930D8-39B7-4B00-87E6-6A0B4CF9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777155-77CA-4C65-9E8A-82D4557D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{{REC_4_EVIDENCE}}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F712AF-ADB7-44AD-8067-18D3A578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A6AF1C-BFA9-4284-AADF-C818F181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{{REC_4_ACTION}}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5B2783-5939-4B01-A083-10AC3AF8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236F75-6FED-49E1-9111-BE670B59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069B10-89DF-4979-B566-59C8B6C1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{{REC_4_SOLUTION}} · {{REC_4_VENDORS}}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705BDB-712A-481E-9AB0-73874F3C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0ECCE7-FCCE-4A4B-94AF-059E7707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{{REC_4_LEGAL}}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C30ABB-8C86-4CB5-86A2-635EA148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1AE264-466C-48A9-A3E3-0A2EAA88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{{REC_4_METRIC}}</a:t>
            </a:r>
          </a:p>
        </p:txBody>
      </p:sp>
    </p:spTree>
    <p:extLst>
      <p:ext uri="{BB962C8B-B14F-4D97-AF65-F5344CB8AC3E}">
        <p14:creationId xmlns:p14="http://schemas.microsoft.com/office/powerpoint/2010/main" val="15460666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9E8256-5DD3-4505-B433-B19F82BB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36e6051da40d8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57D99-6232-49F1-831A-1D582BBB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41398-95D1-4A09-9BF5-0C8F431B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D83CC-C155-44AF-AC43-C764C8B3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1A53DB-D8F3-4D27-9B8B-14062A95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83265-BDD4-4242-837B-7CE2B7FB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202E37-B7D3-411F-8626-1F1D172E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B4CE8-16B8-4725-9994-AC542F0E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D82D6-A2F1-4891-AECF-168CE83D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EC57A-C8EE-4557-B5E4-3F2B53C2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E6F7E2-0052-4C6B-BE7F-3BDBE523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73D5F2-31C6-4814-9B50-7E793D0E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46113D-4C87-4A0C-9850-47A1575C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90FE39-1302-4C57-BB18-B40211A6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DAD996-A584-4EBC-A48E-7C766E35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223C1A-046F-41E4-8EDE-76850C75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8AEB3F-57B7-4CE1-8CEE-58DFA953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CFAA11-9C30-4864-B115-E290847E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769653-517B-4439-AFBB-C309F818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699B19-AFC5-41DA-B913-E8FF0537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9AFF32-B765-4F2C-8870-2030FD1F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92B2A6-EB25-4B19-9493-B8A428A9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67F10-4EBA-49C8-AE04-392C113A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6255E1-44E4-42D7-98BE-9A4B9B26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E2AC09-ABE4-4E9F-9566-08CFC0F6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DA3E96-47A5-4EE6-AEA4-A0172B10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2CEB3C-1D25-4CFE-B9E8-18E0742B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F98340-74A6-4CEC-B1CE-D1D28024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D64502-AE16-4EF7-8DC0-28F729C2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B303F9-5E4A-4FE6-B4C1-B7A884C6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163331-ECC3-4849-A43D-5BA6D2AB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E4EEC2-AA70-4D0C-A8C1-FCB107C0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8E7F13-D05C-4D2C-AE06-BC2EE923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A01161-94C0-4BBD-8E06-C2CBF134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73A9E0-A183-4E91-960E-579964BF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9A89B2-61ED-4254-AA76-0606BD55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167584-E4E1-4D7B-8529-3B622C35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29315B-AF0A-4FE4-84BC-2DEB3C60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11316440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D31035-94F2-42F7-A389-0B98514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8ef0f5c29413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02AB94-BE1F-4688-B20E-CB22BF24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A55DC-B204-40B6-827D-BCFFF5C5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6B26F1-8F89-4F12-889A-37743611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AFA8C-4699-4EC9-812A-3BB819EF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8F5FDD-E4FA-4613-8826-1D8F1963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216B5-C1F6-49FB-A699-F1778E6A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9F01A-F595-488E-A2E2-0DD51E8B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88CA9F-8751-4D5D-9415-842C8DD9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47995A-027A-41E4-852B-564559AD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627F8-AD21-40E6-9F26-7CEDC6FC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F9CD73-C3C6-42AF-A11C-CA9ED8A5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6C5C82-4131-46AC-B8E1-7BA4BAA6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92BE71-2FA0-4C03-9678-2252D0AD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2BA90F-CE3B-44FB-BD26-497386AD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146EB4-660C-4EA4-BC75-BE8C44D2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D8792A-3241-4A61-B2B2-62536A3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953999-DD81-4D13-91B1-78CDC22D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093204-0D03-4F06-A60C-01F9B71F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8E55D0-E9BF-44C5-BF4E-7FD28D2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DF4071-9007-4379-B1C3-D93906DA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3A372E-80D1-4A60-A917-827FEE9F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1AAE53-B5DF-43CC-88B6-FF2DF295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A397B8-DF67-4EE7-BEF6-4038C91F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6408A2-C5DB-4129-BA4B-BA96BB18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F00DB2-914E-4E26-A5FE-E9A6C911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88C541-EAE9-4224-9853-3CC93905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921AFF-B4C6-4D15-8847-25C08B2D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B03723-8E6D-4B5E-BE47-66B74059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E85F12-22D0-4109-A60E-3FA70768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6EC521-5FD3-4446-9B79-7AD726EF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9814A5-3A55-4902-AE19-DD414BC4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CD596C-AADD-4999-88F6-00394199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C50FBA-507D-4FD6-B919-EB7349A4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F8C2F4-0E5B-47E1-BB97-B916130D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FEF4DD-CC28-4825-A3ED-E9508B82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1B41E7-009A-42B5-8AA5-8EBF347F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E753B1-C55C-4076-841B-7274DBDC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15371434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930734-451D-432E-8071-C1FA85B1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2910f6ccb450a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08C1E-7BF6-4FE5-89D9-B3646E8E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658B2-1D33-4A42-A01D-B77720C5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4D938-1B90-432E-B037-03D3DD8A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65B08-CC53-418E-ACB0-89E9B850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3FBCB-7233-4785-B3A9-20E1679C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2FBD0-CCFB-4CAC-950B-E2C1C2CA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E5B366-057F-4D55-8B1A-5BD2390F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E38898-A593-4B0F-93A0-D43CFCA80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EAB984-FAF1-4EE7-8DAF-1A8549DC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89B4E-7262-4207-97B5-F502348F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56F1FD-029C-4FB0-BC60-8352EA0C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E3D68B-7DC7-4D24-BA8A-6D4D512F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0E7D87-4A3D-40F3-8DF5-CCC29B7E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4FB32C-2C92-44CE-871D-F02E1636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F470FC-DB1F-4F2E-8AEE-CA4C2F04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3DDBEE-BBED-4FB7-9E43-42BF4813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2BA46E-65E1-4825-8663-065FA516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F230DD-0BD9-4E7D-BEFF-9C5D0785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EE1348-38E5-496A-9565-382AFAB5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50AA8C-3A3E-4C78-868E-D939C3A9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056164-69C3-43FD-8EFB-4D33D205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D15010-A0A8-41F1-B336-D67019E5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E6852D-C0B0-4AEC-AD9C-76979574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F2D45-48A8-4399-9E66-67CB9740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87742B-4251-48DA-B63C-8AD5E378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F9147A-77F7-47A3-9303-0901F280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F5C132-05BF-4CDE-AB5D-366D1563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8D4F85-3D48-4F4F-A0D9-74EE4AED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62D091-B255-4CD5-972C-C2A824E8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6194886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AFCF6B-B432-4D62-8066-1BD69A1C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d9cb3a97344e22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61702-0155-46F2-8BE2-47319DE8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2232B-3EEC-4D87-B765-773FF20C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C0E45-3A1D-4647-9544-97AD2745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AFFAF-47A4-4950-81BE-46F32263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092BD-1B42-40AE-86D8-A56EE453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DA39E6-5C50-43C8-BA01-8C01E673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A63"/>
                </a:solidFill>
              </a:defRPr>
            </a:pPr>
            <a:r>
              <a:rPr sz="2025" b="1">
                <a:solidFill>
                  <a:srgbClr val="102A63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44E407-BAE4-4344-A0FC-EB7AE9F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780"/>
                </a:solidFill>
              </a:defRPr>
            </a:pPr>
            <a:r>
              <a:rPr sz="1350">
                <a:solidFill>
                  <a:srgbClr val="596780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CDC04B-F771-4D8D-A1A1-B976438F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48A8"/>
                </a:solidFill>
              </a:defRPr>
            </a:pPr>
            <a:r>
              <a:rPr sz="1650" b="1">
                <a:solidFill>
                  <a:srgbClr val="2048A8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1EA94-46DB-4173-9082-B644443F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8443AB-0D4B-4EF9-968C-F2EE8620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B024A8-6AE6-4502-98DF-B6FC065D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BF79C4-8CE5-4943-866D-67928489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BE7A67-EC7D-457F-AE76-8F7D076E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167262-C42C-4273-A691-F717CDB6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B74AC1-4A1A-496D-A0E3-07812E40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E5116B-8BC5-4A0B-A0B2-E82664BD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63"/>
                </a:solidFill>
              </a:defRPr>
            </a:pPr>
            <a:r>
              <a:rPr sz="1725" b="1">
                <a:solidFill>
                  <a:srgbClr val="102A63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8BE3A0-8C9B-485D-BCAF-34F1A053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A88EA1-F9C7-4955-B597-FCD7961A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777327-B61E-4479-A20A-17A1596F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545AF1-3D1A-4FC9-AA2F-FC8EA152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6283DC-1028-4964-8266-34FD4B89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F93146-1992-4A2D-9F23-77AC009C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A9FBF-0F10-4AA5-85CC-A4FA8237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53F151-102A-452D-8C30-D49DC88B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2590107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5EE0B4-9B10-469E-AFBC-A10F91B8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58440a86d46e6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AEDC23-52F2-4E24-869E-6F141E2B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419AAD-916A-4CE6-A605-6A421607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1ED79-8DDC-4089-889D-D0B9A195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DAEC89-7C65-4594-B9AB-D704F8BA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23AF5-D4A6-4434-9E8F-55F4D6ED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399B94-0D92-4600-A19D-DD243018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E2829-117C-4B75-902D-17E11313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882EB-7A34-4FF5-94DF-F138B86C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21824-1ACE-4F3D-8103-453DAEB9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8B00B5-9BB2-403C-AA9B-FE821265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F130E5-0264-4F71-95E4-1C61A134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ADC7A5-FB20-4B0D-9996-F34579CD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48EB1C-DE84-4708-8A92-A5CBA5FA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04E81-8B25-4760-A365-983F8575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E8B580-15E0-4EDC-AAC4-EAAB7669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E06CBE-0C14-454D-9DBE-F8B290C0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11F90-3199-4739-92AA-E140D900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DE9AD3-CFCC-482D-B772-B3B193B9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B1C17C-CC3A-4F1C-AA3E-7057E6C1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a5f000fd54883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4896DC-3C97-4988-AF10-4D4A32F6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6D3826-D31C-4AFF-B211-237F0322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B3043B-C8AC-46E3-AE63-1AE5B3C1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5285284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2026-07-17T12:32:05.3130000Z</dcterms:created>
  <dcterms:modified xsi:type="dcterms:W3CDTF">2026-07-17T12:32:05.3130000Z</dcterms:modified>
</coreProperties>
</file>