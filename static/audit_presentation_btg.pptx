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984e0a39f24b9e" /><Relationship Type="http://schemas.openxmlformats.org/officeDocument/2006/relationships/extended-properties" Target="/docProps/app.xml" Id="R5235319405244566" /><Relationship Type="http://schemas.openxmlformats.org/officeDocument/2006/relationships/officeDocument" Target="/ppt/presentation.xml" Id="Rcbb131a895a044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16e19b34284bf2"/>
  </p:sldMasterIdLst>
  <p:notesMasterIdLst>
    <p:notesMasterId xmlns:r="http://schemas.openxmlformats.org/officeDocument/2006/relationships" r:id="R84002e4caeeb4ea5"/>
  </p:notesMasterIdLst>
  <p:sldIdLst>
    <p:sldId xmlns:r="http://schemas.openxmlformats.org/officeDocument/2006/relationships" id="256" r:id="R568ebedcddf742ff"/>
    <p:sldId xmlns:r="http://schemas.openxmlformats.org/officeDocument/2006/relationships" id="257" r:id="R42fb5afdb79c4028"/>
    <p:sldId xmlns:r="http://schemas.openxmlformats.org/officeDocument/2006/relationships" id="258" r:id="Rc7a7a0b7299b4c17"/>
    <p:sldId xmlns:r="http://schemas.openxmlformats.org/officeDocument/2006/relationships" id="259" r:id="R8e096944493640ec"/>
    <p:sldId xmlns:r="http://schemas.openxmlformats.org/officeDocument/2006/relationships" id="260" r:id="R512d34dbb6cd4e26"/>
    <p:sldId xmlns:r="http://schemas.openxmlformats.org/officeDocument/2006/relationships" id="261" r:id="Rce8a1c7606cf4cfe"/>
    <p:sldId xmlns:r="http://schemas.openxmlformats.org/officeDocument/2006/relationships" id="262" r:id="R08c07692ff974e7b"/>
    <p:sldId xmlns:r="http://schemas.openxmlformats.org/officeDocument/2006/relationships" id="263" r:id="R1c861b5c9c7b4482"/>
    <p:sldId xmlns:r="http://schemas.openxmlformats.org/officeDocument/2006/relationships" id="264" r:id="Rbb8e02ea06a043aa"/>
    <p:sldId xmlns:r="http://schemas.openxmlformats.org/officeDocument/2006/relationships" id="265" r:id="R87102672edd14962"/>
    <p:sldId xmlns:r="http://schemas.openxmlformats.org/officeDocument/2006/relationships" id="266" r:id="R454d2b4da4f14e8c"/>
    <p:sldId xmlns:r="http://schemas.openxmlformats.org/officeDocument/2006/relationships" id="267" r:id="R2910281836c546de"/>
    <p:sldId xmlns:r="http://schemas.openxmlformats.org/officeDocument/2006/relationships" id="268" r:id="Rdcb4d926f06d4a0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0593de59604289" /><Relationship Type="http://schemas.openxmlformats.org/officeDocument/2006/relationships/slideMaster" Target="/ppt/slideMasters/slideMaster1.xml" Id="R7116e19b34284bf2" /><Relationship Type="http://schemas.openxmlformats.org/officeDocument/2006/relationships/notesMaster" Target="/ppt/notesMasters/notesMaster1.xml" Id="R84002e4caeeb4ea5" /><Relationship Type="http://schemas.openxmlformats.org/officeDocument/2006/relationships/presProps" Target="/ppt/presProps.xml" Id="R67b6650740f54a34" /><Relationship Type="http://schemas.openxmlformats.org/officeDocument/2006/relationships/tableStyles" Target="/ppt/tableStyles.xml" Id="Rdaeff9d77f504e38" /><Relationship Type="http://schemas.openxmlformats.org/officeDocument/2006/relationships/slide" Target="/ppt/slides/slide1.xml" Id="R568ebedcddf742ff" /><Relationship Type="http://schemas.openxmlformats.org/officeDocument/2006/relationships/slide" Target="/ppt/slides/slide2.xml" Id="R42fb5afdb79c4028" /><Relationship Type="http://schemas.openxmlformats.org/officeDocument/2006/relationships/slide" Target="/ppt/slides/slide3.xml" Id="Rc7a7a0b7299b4c17" /><Relationship Type="http://schemas.openxmlformats.org/officeDocument/2006/relationships/slide" Target="/ppt/slides/slide4.xml" Id="R8e096944493640ec" /><Relationship Type="http://schemas.openxmlformats.org/officeDocument/2006/relationships/slide" Target="/ppt/slides/slide5.xml" Id="R512d34dbb6cd4e26" /><Relationship Type="http://schemas.openxmlformats.org/officeDocument/2006/relationships/slide" Target="/ppt/slides/slide6.xml" Id="Rce8a1c7606cf4cfe" /><Relationship Type="http://schemas.openxmlformats.org/officeDocument/2006/relationships/slide" Target="/ppt/slides/slide7.xml" Id="R08c07692ff974e7b" /><Relationship Type="http://schemas.openxmlformats.org/officeDocument/2006/relationships/slide" Target="/ppt/slides/slide8.xml" Id="R1c861b5c9c7b4482" /><Relationship Type="http://schemas.openxmlformats.org/officeDocument/2006/relationships/slide" Target="/ppt/slides/slide9.xml" Id="Rbb8e02ea06a043aa" /><Relationship Type="http://schemas.openxmlformats.org/officeDocument/2006/relationships/slide" Target="/ppt/slides/slide10.xml" Id="R87102672edd14962" /><Relationship Type="http://schemas.openxmlformats.org/officeDocument/2006/relationships/slide" Target="/ppt/slides/slide11.xml" Id="R454d2b4da4f14e8c" /><Relationship Type="http://schemas.openxmlformats.org/officeDocument/2006/relationships/slide" Target="/ppt/slides/slide12.xml" Id="R2910281836c546de" /><Relationship Type="http://schemas.openxmlformats.org/officeDocument/2006/relationships/slide" Target="/ppt/slides/slide13.xml" Id="Rdcb4d926f06d4a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84bb236cdf4c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3706443abd44df" /><Relationship Type="http://schemas.openxmlformats.org/officeDocument/2006/relationships/notesMaster" Target="/ppt/notesMasters/notesMaster1.xml" Id="R0f4a3e549e864e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cca9063ad643f8" /><Relationship Type="http://schemas.openxmlformats.org/officeDocument/2006/relationships/notesMaster" Target="/ppt/notesMasters/notesMaster1.xml" Id="Rf4d23c15cbab49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811c52333b45fd" /><Relationship Type="http://schemas.openxmlformats.org/officeDocument/2006/relationships/notesMaster" Target="/ppt/notesMasters/notesMaster1.xml" Id="R07ff6836865d46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dc8485a72e4683" /><Relationship Type="http://schemas.openxmlformats.org/officeDocument/2006/relationships/notesMaster" Target="/ppt/notesMasters/notesMaster1.xml" Id="R3b92b9ff020c4a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80af8fd83c432e" /><Relationship Type="http://schemas.openxmlformats.org/officeDocument/2006/relationships/notesMaster" Target="/ppt/notesMasters/notesMaster1.xml" Id="R18d4f0886c1e40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f5bf80536d46a3" /><Relationship Type="http://schemas.openxmlformats.org/officeDocument/2006/relationships/notesMaster" Target="/ppt/notesMasters/notesMaster1.xml" Id="R524f89eb81c647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1012bb254440fd" /><Relationship Type="http://schemas.openxmlformats.org/officeDocument/2006/relationships/notesMaster" Target="/ppt/notesMasters/notesMaster1.xml" Id="R3999224f193342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287b9d47ef4402" /><Relationship Type="http://schemas.openxmlformats.org/officeDocument/2006/relationships/notesMaster" Target="/ppt/notesMasters/notesMaster1.xml" Id="Rc90cbbd07eaf42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5832622c7d4f62" /><Relationship Type="http://schemas.openxmlformats.org/officeDocument/2006/relationships/notesMaster" Target="/ppt/notesMasters/notesMaster1.xml" Id="Rfc42bf4e3f5543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4540ce7ffa4977" /><Relationship Type="http://schemas.openxmlformats.org/officeDocument/2006/relationships/notesMaster" Target="/ppt/notesMasters/notesMaster1.xml" Id="R5814bc1236ec4f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5d692436f14a1a" /><Relationship Type="http://schemas.openxmlformats.org/officeDocument/2006/relationships/notesMaster" Target="/ppt/notesMasters/notesMaster1.xml" Id="R9f51caded4604e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0c1eb554bc24ad2" /><Relationship Type="http://schemas.openxmlformats.org/officeDocument/2006/relationships/notesMaster" Target="/ppt/notesMasters/notesMaster1.xml" Id="R55de9190522f40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b4b24c1e4a4bc9" /><Relationship Type="http://schemas.openxmlformats.org/officeDocument/2006/relationships/notesMaster" Target="/ppt/notesMasters/notesMaster1.xml" Id="Rce450c02561c41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3c487d86249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714578fb27428e" /><Relationship Type="http://schemas.openxmlformats.org/officeDocument/2006/relationships/slideLayout" Target="/ppt/slideLayouts/slideLayout1.xml" Id="R920c299df4f040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0c299df4f040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40651287e425f" /><Relationship Type="http://schemas.openxmlformats.org/officeDocument/2006/relationships/image" Target="/ppt/media/image.jpeg" Id="Reabdf44747554d60" /><Relationship Type="http://schemas.openxmlformats.org/officeDocument/2006/relationships/image" Target="/ppt/media/image.png" Id="Rc7782ab649d74f71" /><Relationship Type="http://schemas.openxmlformats.org/officeDocument/2006/relationships/notesSlide" Target="/ppt/notesSlides/notesSlide1.xml" Id="R4ed661cae0394b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cb5b6f5004eb8" /><Relationship Type="http://schemas.openxmlformats.org/officeDocument/2006/relationships/image" Target="/ppt/media/image2.png" Id="R4117684f2b9b4b4b" /><Relationship Type="http://schemas.openxmlformats.org/officeDocument/2006/relationships/image" Target="/ppt/media/image3.png" Id="Rdc8c9d95bd4b4fa2" /><Relationship Type="http://schemas.openxmlformats.org/officeDocument/2006/relationships/notesSlide" Target="/ppt/notesSlides/notesSlide2.xml" Id="R4688885863a046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e2bd33cdb4019" /><Relationship Type="http://schemas.openxmlformats.org/officeDocument/2006/relationships/image" Target="/ppt/media/image4.png" Id="Rb7aa5ee150fe4010" /><Relationship Type="http://schemas.openxmlformats.org/officeDocument/2006/relationships/notesSlide" Target="/ppt/notesSlides/notesSlide3.xml" Id="R8abbe478c05f41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e220e651e47f3" /><Relationship Type="http://schemas.openxmlformats.org/officeDocument/2006/relationships/image" Target="/ppt/media/image5.png" Id="Rd16d2d8d373242f6" /><Relationship Type="http://schemas.openxmlformats.org/officeDocument/2006/relationships/notesSlide" Target="/ppt/notesSlides/notesSlide4.xml" Id="R751a58e4efa74e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b23ca8448498f" /><Relationship Type="http://schemas.openxmlformats.org/officeDocument/2006/relationships/image" Target="/ppt/media/image6.png" Id="Re1b235d5874346a7" /><Relationship Type="http://schemas.openxmlformats.org/officeDocument/2006/relationships/notesSlide" Target="/ppt/notesSlides/notesSlide5.xml" Id="R7cf90cf42a8340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5332904414515" /><Relationship Type="http://schemas.openxmlformats.org/officeDocument/2006/relationships/image" Target="/ppt/media/image7.png" Id="R45f2185d4fc84d8d" /><Relationship Type="http://schemas.openxmlformats.org/officeDocument/2006/relationships/notesSlide" Target="/ppt/notesSlides/notesSlide6.xml" Id="Rb2047912af834c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cffd5b04844b1" /><Relationship Type="http://schemas.openxmlformats.org/officeDocument/2006/relationships/image" Target="/ppt/media/image8.png" Id="Rc912e9221ced4870" /><Relationship Type="http://schemas.openxmlformats.org/officeDocument/2006/relationships/notesSlide" Target="/ppt/notesSlides/notesSlide7.xml" Id="Rb2c5049fccc14c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2718c486644b3" /><Relationship Type="http://schemas.openxmlformats.org/officeDocument/2006/relationships/image" Target="/ppt/media/image9.png" Id="R42172859c6c14736" /><Relationship Type="http://schemas.openxmlformats.org/officeDocument/2006/relationships/notesSlide" Target="/ppt/notesSlides/notesSlide8.xml" Id="Rf9882430c4f14b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2b8f99f2b495e" /><Relationship Type="http://schemas.openxmlformats.org/officeDocument/2006/relationships/image" Target="/ppt/media/image10.png" Id="Ra7986470ea1d47e1" /><Relationship Type="http://schemas.openxmlformats.org/officeDocument/2006/relationships/notesSlide" Target="/ppt/notesSlides/notesSlide9.xml" Id="Ra06a084431e54f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34e212156349fb" /><Relationship Type="http://schemas.openxmlformats.org/officeDocument/2006/relationships/image" Target="/ppt/media/image11.png" Id="Rcc830b5a1ffc4745" /><Relationship Type="http://schemas.openxmlformats.org/officeDocument/2006/relationships/notesSlide" Target="/ppt/notesSlides/notesSlide10.xml" Id="Rf0ebea51981d4e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2a30b734534635" /><Relationship Type="http://schemas.openxmlformats.org/officeDocument/2006/relationships/image" Target="/ppt/media/image12.png" Id="R12304099af464ba8" /><Relationship Type="http://schemas.openxmlformats.org/officeDocument/2006/relationships/notesSlide" Target="/ppt/notesSlides/notesSlide11.xml" Id="R293cdd19d0e2445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88332b0b34980" /><Relationship Type="http://schemas.openxmlformats.org/officeDocument/2006/relationships/image" Target="/ppt/media/image13.png" Id="R26e0a4b5c87b409d" /><Relationship Type="http://schemas.openxmlformats.org/officeDocument/2006/relationships/notesSlide" Target="/ppt/notesSlides/notesSlide12.xml" Id="Rfa977deb5f4947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a3b506bd441cb" /><Relationship Type="http://schemas.openxmlformats.org/officeDocument/2006/relationships/image" Target="/ppt/media/image14.png" Id="Rae578144336442fc" /><Relationship Type="http://schemas.openxmlformats.org/officeDocument/2006/relationships/image" Target="/ppt/media/image15.png" Id="R78dc93ba2d7a4a60" /><Relationship Type="http://schemas.openxmlformats.org/officeDocument/2006/relationships/notesSlide" Target="/ppt/notesSlides/notesSlide13.xml" Id="R08bdd8e7ec854a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B47518-41AA-4B90-A7CE-3CF8C184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6A9011-D9B9-4973-917A-8C6AAE95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10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df44747554d60"/>
          <a:srcRect xmlns:a="http://schemas.openxmlformats.org/drawingml/2006/main" l="0" t="11037" r="0" b="11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16962-0C75-4391-AB13-BA381031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82ab649d74f71"/>
          <a:stretch xmlns:a="http://schemas.openxmlformats.org/drawingml/2006/main"/>
        </p:blipFill>
        <p:spPr>
          <a:xfrm xmlns:a="http://schemas.openxmlformats.org/drawingml/2006/main">
            <a:off x="963386" y="514350"/>
            <a:ext cx="1826079" cy="838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5CA857-44E5-4C7D-913E-D463AC08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4A969-3528-4DEC-B8E1-CFDE8E76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2A63"/>
                </a:solidFill>
              </a:defRPr>
            </a:pPr>
            <a:r>
              <a:rPr sz="360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2AEE-C967-46C6-A926-FD176564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780"/>
                </a:solidFill>
              </a:defRPr>
            </a:pPr>
            <a:r>
              <a:rPr sz="150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7A8BC-E416-4D8F-85A9-240CB050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3DF025-8FE8-4FC2-9375-C1A22DF7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1"/>
                </a:solidFill>
              </a:defRPr>
            </a:pPr>
            <a:r>
              <a:rPr sz="105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8471E3-A009-4D45-B7DA-C406EE3A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1"/>
                </a:solidFill>
              </a:defRPr>
            </a:pPr>
            <a:r>
              <a:rPr sz="240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842FB7-33E7-48D0-9436-F03A63C6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C1205-FB02-46D6-8AF4-F46286DD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2"/>
                </a:solidFill>
              </a:defRPr>
            </a:pPr>
            <a:r>
              <a:rPr sz="105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CE8FA6-2446-43F8-907F-83324F6E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2"/>
                </a:solidFill>
              </a:defRPr>
            </a:pPr>
            <a:r>
              <a:rPr sz="240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862981-EA44-4D4B-B7C2-7D10B2F6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578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6780"/>
                </a:solidFill>
              </a:defRPr>
            </a:pPr>
            <a:r>
              <a:rPr sz="1200" b="1">
                <a:solidFill>
                  <a:srgbClr val="596780"/>
                </a:solidFill>
              </a:rPr>
              <a:t>{{DATE}}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440ADF-CC84-4F8E-9EE2-4286AB99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5248184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61B38B-2AA0-48B4-B5DE-8BCA252A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17684f2b9b4b4b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BD488D-74BB-4966-93C3-5C409DA3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041D9E-2FDE-4FEE-8306-199E238E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C77713-BF95-492E-B5CD-22095C29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B64B1-FB4B-4198-BC3D-B0A47B87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3E5C0-9548-4588-B1F4-161E9A49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87891-61F1-4498-8EC3-83C9AF72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E043D-D5A2-4284-A1F0-EC6D6302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E8DAAB-7D49-4707-B2D3-F44DF561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D45FA-8D66-4AE7-BA7B-5ED554DE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D473D5-D0DC-4628-8CDA-4EB51A10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EEB60-2DA7-4FCE-932F-31FC988A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63"/>
                </a:solidFill>
              </a:defRPr>
            </a:pPr>
            <a:r>
              <a:rPr sz="2700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B3104-111D-4C90-9741-10AE0787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F11A5-1ED6-4137-8684-D3807B04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CA7FC3-2203-4C21-B385-AAD170A2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3AB6E-402E-4FB4-A180-6A37A5C2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B128BF-A16E-4503-991A-2D48F8FF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92AB4E-6F1A-45D6-A825-4B75BC3A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6AF77-D491-495D-A891-90059E43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A07DCB-A1B3-4C08-AC2A-25567262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0C1877-1250-4758-8A89-75B5B230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F3CAFB-DDD0-499F-BA25-519F4089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24124A-A8B7-4AAB-9253-27B31D78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DFEBAF-F475-4E02-9766-0FFA893C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5E2790-B22E-42B3-8F89-7FC28049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5E5353-58C6-4DD4-9BE0-694BB794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3315A8-5933-4E24-8761-14243DF4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67A42D-81C8-476C-AAC0-E7599116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44008C-7A1F-444B-8BC4-EB144467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BFAC1C-5A82-4A16-9D9A-44C8FFC7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D8DAE8-381A-4375-AE74-347EFF35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06C7EF-6CB5-4AE7-A0F3-583FFCAC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BDB785-3FA1-4F50-A641-AE2844FF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083251-A9F0-46E3-B4B9-234FC79D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c9d95bd4b4fa2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DF6937-0783-43BD-BF08-F531484F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9E9218-9BA0-435E-9FFC-7AE47C0C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BEF712-47E2-48A2-A62C-85FB02A2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165EA1-95DC-4476-B67C-0B15C0F4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9EE9E4-847B-49AD-8170-BD85368D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4C5E65-34B5-454D-A0A3-B9D1D456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63"/>
                </a:solidFill>
              </a:defRPr>
            </a:pPr>
            <a:r>
              <a:rPr sz="2175" b="1">
                <a:solidFill>
                  <a:srgbClr val="102A63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49E65E-FEBB-42FD-91D4-6C907F73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60EEFA-EF46-4499-BC88-08FE7F16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1"/>
                </a:solidFill>
              </a:defRPr>
            </a:pPr>
            <a:r>
              <a:rPr sz="90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D7E4B7-1625-4E4F-8F60-2AF60C66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1"/>
                </a:solidFill>
              </a:defRPr>
            </a:pPr>
            <a:r>
              <a:rPr sz="255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535156-704D-48F9-8511-7D9CAD9F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D0176E-E2B8-4E5A-8D96-FB587377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2"/>
                </a:solidFill>
              </a:defRPr>
            </a:pPr>
            <a:r>
              <a:rPr sz="90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4003F0-9BAC-4F4A-A7BB-8B402AE6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2"/>
                </a:solidFill>
              </a:defRPr>
            </a:pPr>
            <a:r>
              <a:rPr sz="255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0B2732-159D-4A05-A395-B3A32DC3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48A8"/>
                </a:solidFill>
              </a:defRPr>
            </a:pPr>
            <a:r>
              <a:rPr sz="1425" b="1">
                <a:solidFill>
                  <a:srgbClr val="2048A8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673AEF1-E82C-46E7-A8A2-86A65A25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F1E6D5E-59E6-4644-850D-88C53946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D20327-09D4-4ABC-B7BC-EB630D59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F41F26-36EF-4649-A1EF-CFA9C9D0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8B89A4-9CAB-4B01-9B08-55301CD4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DBD0FB6-4008-4C83-8C2F-7D4210F2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F985E6-EDD3-456E-95D3-2FB50BAD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81292A4-2618-4837-AC58-A52BEEF1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1909224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1EC0C0-AA21-4BC7-BBDE-82B9DBDC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a5ee150fe4010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19602-90CD-4AAD-A0FB-422BCFD2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Профиль угроз и разрывов контроля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9F1EE-B96A-4D39-92F2-5C6663E7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84B7F-C969-4D77-A86F-4110A235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15AE3-CF05-4CF9-B06C-295CDA9E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45A1D-4008-4FF6-92C8-572034C3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26038-8D35-4C63-86CD-348D4DBC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064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48A8"/>
                </a:solidFill>
              </a:defRPr>
            </a:pPr>
            <a:r>
              <a:rPr sz="1425" b="1">
                <a:solidFill>
                  <a:srgbClr val="2048A8"/>
                </a:solidFill>
              </a:rPr>
              <a:t>Доля незакрытых контрольных зон по данным анкеты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1BC53-EF2B-4283-B5E8-E0F09783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Красный требует первоочередного решения, желтый — управляемого плана, зеленый — контроля эффективности.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A2EE7-71B2-49A9-A6F4-E465DDD6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B16B8-12FD-46C7-B949-BBADBD5C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DEF19B-BE9E-4A14-AA3D-52170338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{{THREAT_1_VALUE}}%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5D7AF-D442-4108-BA6B-862AFF88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{{THREAT_1_LABEL}}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C2F6B-5EBF-4317-AA93-CD156E6E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разрыв контроля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B9498A-C3E4-4208-AD01-BD303572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03777-301F-47F7-B636-CA5FF81B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14865D-5903-4859-9498-75A7AF3F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{{THREAT_2_VALUE}}%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A41FFA-1550-4B70-9AB7-9A707972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{{THREAT_2_LABEL}}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2223B0-30E4-4345-BF90-870873E2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разрыв контроля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90FA1A-86E3-470E-967B-297C3EFF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02597D-C116-4803-92E5-6DA26D7B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D8AEB1-C99A-4055-ACD2-5B19BFC1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{{THREAT_3_VALUE}}%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33A0A3-4161-4E03-8D99-93BEB6DC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{{THREAT_3_LABEL}}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829768-41F2-45E3-9DFD-A6942EC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разрыв контроля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A8FEE3-D993-44F6-BFF1-0BFB49AB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1E3A33-03C2-4B54-8ACE-BD069BBF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1FCEAE-18C9-4B76-A134-ED26B345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{{THREAT_4_VALUE}}%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B526A8-3B90-4E29-9715-1744EBDE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{{THREAT_4_LABEL}}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A1860E-59DE-40A3-A137-CCF5CDD0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разрыв контроля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941764-6AA8-4C9B-9093-31B4564D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83D1DE-D197-42C7-A61F-02806D21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26F752-FC84-427B-B93B-CC5733C1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{{THREAT_5_VALUE}}%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A1B35A-D2C6-41B2-B692-4C18DBCC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{{THREAT_5_LABEL}}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16F754-6458-4DF2-B30C-AACEB501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разрыв контроля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B652EC-4E0C-4792-AB3A-74CF99BE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D7A48B-8515-4962-BC24-A1565B49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DE89A5-CFA8-4D01-95C8-F4A53E9D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{{THREAT_6_VALUE}}%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CB95BE-1780-4318-AD29-8943789B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{{THREAT_6_LABEL}}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15546B-856A-41E6-956C-C96F3AC6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разрыв контроля</a:t>
            </a:r>
          </a:p>
        </p:txBody>
      </p:sp>
    </p:spTree>
    <p:extLst>
      <p:ext uri="{BB962C8B-B14F-4D97-AF65-F5344CB8AC3E}">
        <p14:creationId xmlns:p14="http://schemas.microsoft.com/office/powerpoint/2010/main" val="15813188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677883-B4C3-45BB-A7C5-2B5164D0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d2d8d373242f6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2546A-8609-4015-A5E3-56A97241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688A1-AC6E-44E3-B74B-95DD8A46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57357D-D532-4909-9FAF-3590E5E0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3803D-5A5E-4C36-961C-0FED6291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92A9A-79F7-4F65-88FB-BF4915DA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49788-9621-4537-95F1-C64F6A3E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75D45-F964-41F3-861B-919D088C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146A01-0DFB-4B15-A417-3692ECC4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B8D2C6-798B-4281-B4CE-AAC01049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43CEDB-2BCA-4AB2-BB57-9C4A044A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FF1D6-839B-4CCC-A76B-66BB4D15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5523F-ED09-4626-A4E3-B803575E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32E24F-22E8-4616-B8F1-43ACE57D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3C3A8-AA21-438F-9328-469A6C43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D74D3D-E8DC-4FE2-A140-2D0D1A91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677CF7-165F-4468-88C3-FD0A9D5E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C82006-5EBB-4726-941F-7506C9DA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1E76EC-FE13-49DE-9AA3-52E063E7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F1B93D-3C9B-43C2-BF6E-9F1AB330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A72E07-36CB-43B0-8398-9D21D7ED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940E92-8F1B-4384-B01F-8E87788D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B036FC-6253-4E0B-A755-66F6FBCB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AD779B-D359-4611-BAAA-A53275C5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D91061-B74D-4080-BAA8-6E4A0EE9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14B483-201B-4C14-B3FD-94A1A25A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94A37B-F302-49FA-B17A-D896F9FC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1140265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C7A9E4-1C84-46BB-8960-B20A4535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235d5874346a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6DB6A-2CC0-4CCF-A4F1-CA222CF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9B4AC-934A-4F56-8291-0B295A91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5D4BC-CAC3-46EC-9993-DDB9CF3A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FED817-9430-4B5F-A3D9-62978DE3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D167F-F268-427F-BC9C-F8046E6A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03E99-7333-4528-83C4-5DAD7905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1F42F-9633-46C2-AD09-8416994F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2FF645-F1E0-408E-91B0-86AD51A0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B59CC-BEF3-41FF-9C45-D5976402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1F454-9501-4DDA-AB41-8AB9223B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1B2C36-382B-4B87-B68D-9AAA12CB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D87C5D-5553-44DB-86F1-FA632C57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2448D-050F-49C7-91AF-9A177038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583E8E-9EFF-460C-94CD-D3B764B9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5D80B-E04A-42BB-9C4F-8015EB24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A52312-0B1E-4AB5-9562-FA1592AC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22BCD0-1B14-46B2-9688-0FF8DD44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F389B3-8278-4876-AAEA-F44195EC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D8E8E-0DF5-4F92-B902-7331F2F3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4B97DE-C7F4-4AE8-A61D-12417718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D543B2-E825-4CC2-8DE9-3D9DD7FC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994704-1E68-48F0-B969-06941A39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CA10C3-96B5-4BFF-BAA1-0CD8CD91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780050-DC0F-44A0-A252-3018297E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EB7532-3667-41C1-8893-03A7DA67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31B978-A93E-4559-9E31-E38395E4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1F7794-EC47-4CEB-B205-7A769E5B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306212-4910-4293-BDB1-9F5EA7E4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CC8E65-7C92-430F-B7AF-953C4684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4A4F9C-4286-4733-A761-0F9C2E4E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0D2E56-4AA0-46F5-8ADD-BB42C78F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18B42C-35F8-4474-AB9C-397546E4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746419-B5FD-41DE-A915-0704C069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A56C43-7508-4AD5-ACB1-E3EDB604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E3509E-7E5C-4A3D-90DA-F2FEDA3F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8330165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5B274E-31D5-42BE-B289-64363FAC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2185d4fc84d8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3FBD2-A279-4148-941D-C5609372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Почему требования применимы к вашей организации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E9654-A479-4562-9989-2BBFC5C4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08EE0-4C86-4DC9-88F3-E16FB0D1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484BB-6FCE-439A-9681-6A385DFD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7CF22F-0FAA-488D-B509-86FBBFDB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7DF55-A94C-4932-8F8F-0258ABBB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10648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48A8"/>
                </a:solidFill>
              </a:defRPr>
            </a:pPr>
            <a:r>
              <a:rPr sz="2025" b="1">
                <a:solidFill>
                  <a:srgbClr val="2048A8"/>
                </a:solidFill>
              </a:rPr>
              <a:t>{{REG_TITLE}}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B5982-A4F7-4F88-B1EF-F44B0275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84F36F-5A9D-46CC-98CA-3FE7FEFA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Основание профиля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6B536-62F3-4603-B054-C80252ED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{{REG_APPLICABILITY}}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A0C657-87B9-457D-BF60-11D7101F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4ECFCC-C569-40B8-AA86-C5593E30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1DA8E1-CEEA-4EF3-B469-2D742CE6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Что требуется подтвердить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575D5-B12A-4BD4-99F3-3B3691E0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{{REG_EXPECTATIONS}}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7609-26E9-476F-B847-9A53FFE2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F81A1-1BB1-4408-8554-447EB506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193980-0D21-4B28-AADE-FC9E51BB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Как читать рекомендации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724278-CB4E-4CDC-99C3-BE72A52C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{{REG_IMPLEMENTATION}}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582859-0453-4107-BCB6-CAFBF018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106489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0B903-C193-423D-A939-A8C0F853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Нормы Республики Казахстан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281ED0-A472-42C4-8C61-974077BA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19725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{{REG_ANCHORS}}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FC3458-522E-4E27-A48F-41CD0006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0648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EA645A-B73F-4A7A-9E06-23E7DCA1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76925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Стандарты при подтверждении применимости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512AD3-CB86-432C-AD9B-7F4C9E31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{{FRAMEWORKS}}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970744-9BCA-45EA-B3E6-94E97E69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0648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96780"/>
                </a:solidFill>
              </a:defRPr>
            </a:pPr>
            <a:r>
              <a:rPr sz="750">
                <a:solidFill>
                  <a:srgbClr val="596780"/>
                </a:solidFill>
              </a:rPr>
              <a:t>PCI DSS и GDPR применяются только при наличии соответствующих данных и операций.</a:t>
            </a:r>
          </a:p>
        </p:txBody>
      </p:sp>
    </p:spTree>
    <p:extLst>
      <p:ext uri="{BB962C8B-B14F-4D97-AF65-F5344CB8AC3E}">
        <p14:creationId xmlns:p14="http://schemas.microsoft.com/office/powerpoint/2010/main" val="4969242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59F3D1-B975-44AF-8B64-F3F63A58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2e9221ced4870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6A3CD-16B4-4FF9-B7F3-ED8A2A88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ABC53-2F35-4B7E-A1F5-98D3D83D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22E1B0-7E65-4B80-AEAA-9993E5A8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9CD78-4E0B-44C0-BB1D-767BA8F2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BB034-AA97-43A5-AD60-1D63E9E0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5D118-8E2D-4D4A-8A13-90573B9A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CC5B5-2CA4-4D6A-AF79-E8968870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280BD-EE57-44FC-A14E-5AE9CB0D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E60C9-C1B1-4EDC-8978-60F5323A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EC065-C7C4-4BC8-BCC2-A3D62093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E8AF26-65AB-4C7B-B882-B5584CA3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FE28F0-54D7-4D5E-B4C9-85C36375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8BB20-63D4-430F-B2C9-D3355E7C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416246-1B40-4DC0-8F02-FA4216A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B64AF0-BB41-4D13-856C-D66FEDF4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A7EAB-3A7F-4531-B1C7-317B1F62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E46166-729C-409E-88DA-AC7DB87C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C49F2-028D-4768-9B76-22B7C2BA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0525FF-D2F9-486A-9819-84D94CE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279A57-7709-4C33-8CC9-A398EEC3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1EEC32-0DAA-4936-AFE4-31CDD7B4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4E3CB8-9DCA-4646-8A9C-F21BCBD2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6E2CD7-A37B-4801-AF8E-1D318CD9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30FB4B-F433-480A-9D5E-F6EC3D3B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B61702-61A3-476B-AF46-9D8A35C2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A3B098-DCF1-448E-A26A-14A7D434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4363DF-598D-4002-B411-FE67AD94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7757A0-A6D3-47C5-9159-A1E2BE30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3BB1EC-88AA-4D51-B0B9-3D88AC47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C3C7F2-73A5-4473-B7A0-E9FD8AE7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B51AF8-8391-4FAA-8613-524A863B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D740B3-CBC4-4A49-B263-C320547C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08A841-9A06-4447-BD57-CB9470DC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BA4F09-E5A3-4B8E-8E6C-C948793F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54458C-5952-4FAD-8420-2BC93A07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8D6E2C-70A1-48E9-A432-EA6BED5E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48A680-876B-49B0-92F3-D787AD87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8505815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E82F2D-1DF7-4664-8FC6-92FA380A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72859c6c14736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0A587D-18F2-4300-BDE2-7939E688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61FB4-33B4-433D-B97F-FF350706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632B7-BBE6-4CF1-9BDE-7BB28D81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B24382-60FE-4C5D-BFC9-68F279E9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9AD570-3554-4E4E-81F6-D6CAD634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AA22F-64B8-4604-A4B5-7477D2E1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D6DE5-6341-4072-87CA-871A13D6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1C1BF-097B-4893-8BF7-D71E830E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6B68C-261B-4567-9176-6D02B00F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7CD07-A916-4B51-8F6D-ADF0079D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0A103E-A127-4847-A72D-8998D63B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8E1F62-E7B5-470E-8ABD-BFB7B7E2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D9F549-3B0E-4369-A3B4-34C9EAB8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FCD113-9E1B-45B7-8441-EBDB89B3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061F23-21A1-412A-A2B7-00C91102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9F848A-BBF9-4E8F-A92C-F8F18155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600515-A520-479C-89F0-7D391CA4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9C959-4F37-4848-BECC-6716324B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6F9CF9-8E4C-490E-AA12-56C00477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3E739C-9FAA-49BD-9B75-513858E7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94B33F-2E85-4F82-A705-1A9BDE0D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12A86C-783F-4EE0-9CDB-457F8D61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ED0ADE-AA54-48AA-BAF1-B16DF92E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92D7A-2BB5-4ADE-9A1A-F81F4B66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7A00E8-79A4-4E61-84F2-C2C99C5E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05B300-937D-4230-9220-8C0965AD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9C0F14-F6B9-495F-9524-2E9538BA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3FFBAF-3FF9-4E1C-A021-64D3D41B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A450A6-CBBC-4DD5-9E26-D0E511F1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822125-D844-4420-B7DA-A52FC3CD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27400B-D9C2-4CD2-AB70-D41C054A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7AA774-7D6C-425F-A90A-E968A33A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7EA91B-3AAB-407D-9BDF-69A62134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2BE348-E143-4427-A999-B75E1111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54B61D-04EA-48D6-8F99-2CA165E5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1FC39-B42D-474A-9E7E-ED9FE49C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B98F26-D7FB-419B-BCFA-89750821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21310350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D66F87-4D4E-4DF3-880D-D4A6E488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986470ea1d47e1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9E784-630C-471C-A8E1-11FF53F0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9ED30-7FFC-46F0-B75A-0A3DBEF8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4C8FB-7017-4B08-A87B-B9CE2C03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36F55-5F8A-4108-AF69-9D6839EC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2D234-3033-4262-9683-6B102D84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00E2D-FD4A-437B-B243-5932F665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4FC75-22AF-40AD-84C8-B66A09E2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2B223-979A-4D45-B91B-2CC53319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B2AE8F-16B4-4E50-827F-AF9056B5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57852-80D9-41A7-8B84-7B51AFC3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3F5EE-EFDC-476B-B81A-A38ECE0E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9CF1E-2DEF-46A7-B275-B2414FB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98B9C0-B5D2-48A7-9B5A-A694A5A2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57B76B-ABFA-45E5-ABD2-9E81A529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89F9B7-EEFC-4C87-9474-17BD1EE4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A5B6CF-2BB5-4084-B025-CBAC42A5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CF8530-FBC6-4A3C-BD04-8CC1BD0B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1257A5-5B1B-4C95-876A-ED6A0F54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290C8E-5564-4DFD-8D5D-C226BC6E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C41F85-8B43-4645-9728-7FBEAD11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5BC4C2-6AE8-4FE0-AA93-36E4F95F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C6523-C98F-4C31-B255-3B6BF9EA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15F5A1-B364-4B59-9FD4-4DBC164A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43F3C6-75CC-4CE8-8ECE-B96CF175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298ECE-0423-48FD-AB19-28EA62CB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7F90B-7732-449A-A575-2F94A7A0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8C7FB-9E19-4394-977F-C677FB61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741353-2262-4691-BCCD-AB687C29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9CD1B0-ECC2-4F3D-9073-1A232CD1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943CD1-A4D4-4687-8B65-4B2497C2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9BEBEC-7E39-47F8-954C-433BD903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8E0F3E-83DA-4C6C-A8CE-88193213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E08359-C713-4752-8E02-ABCB50AA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B16A66-2E14-4348-9FAC-D96F19EE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84D77B-EFD0-4E15-AFCC-5AAB6A1A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25A7AE-151C-4F53-9F46-27E9C523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D643F9-920F-4876-A630-44B1F545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2331595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4F7613-3B22-4AB8-A0C9-70590586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830b5a1ffc4745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04C09C-6338-4D43-BC66-C5E96888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878AF-41A6-4836-83CF-10C09371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D9E732-148B-4A03-80E1-AFE14917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C116B-D8CD-47B3-9E15-4BA3CA79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84F05-81BE-485E-85DD-71785F21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227E1-EBF1-4BA5-93D3-7FA5E24E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2C072E-60B6-4BEA-AA29-18CB3172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42921-A273-496D-BF16-1D148089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0474C5-95D1-4A20-B6E4-21434BC1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D5BB9-A107-479A-B515-4391B3E5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D88BF-F2BB-4BEA-8B2E-005D7EBE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8D1C43-B04F-49A8-B314-0BF9CA5F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1976B-5B31-4877-A547-F1C19116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227C9F-171B-4BFF-B2DC-025B6771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1684A-EAF0-4BAF-AFE8-870A06C3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619C9E-E940-41E7-B4B8-A5B1FA7A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DE57B8-0C50-48B0-8FD9-AC1E63E2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85C50E-0EC0-4F56-93E4-46002808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81351A-C182-4BD3-AE40-58043EE7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753D78-F357-470D-A857-9C10D070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8809A8-8D4B-4188-8649-F115436A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223067-426A-41FE-94E8-EDDC7CA6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7717FD-609D-42BA-9EB8-A48AFCB2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4B92EA-6E67-468C-9DED-31038E61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19068E-4A31-4527-B615-CAB85B3B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089F4C-69B0-4CD6-A627-879F91D9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6F443-5240-4AA3-A257-343CD54E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F52119-2FF6-49F2-9343-EF5D24A2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9AD464-F315-4372-A18C-D7456ECA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D87380-A442-433E-8ACF-47A54E46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3DF660-0B49-4502-AA20-2F3AA6CE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8BE687-5F7C-42B6-8C93-18756569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9E4264-93E0-453A-B1BD-326C03CD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06D32F-DA79-4D2D-96C6-70959FA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E8A2BE-D11B-4433-B50F-63802192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86C570-69C8-4523-BA77-33E44799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DF7E55-9FB8-4926-AFFA-B8A9E23D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15946788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970F85-53DE-4C96-BC60-A0D01D58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04099af464ba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1B5D3-D226-44D6-B0AB-DCAE741C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DB862-39E9-4A9B-9529-3BC98AB5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46AA9-4357-4A0A-99DC-F6A44B6A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3DE32-6531-48AB-8F83-C854E3F8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1E7B0-106C-4FAB-9BDF-E2F1F1F3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5F255-A56A-4BC9-B345-230C3339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064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96780"/>
                </a:solidFill>
              </a:defRPr>
            </a:pPr>
            <a:r>
              <a:rPr sz="1275">
                <a:solidFill>
                  <a:srgbClr val="596780"/>
                </a:solidFill>
              </a:rPr>
              <a:t>Сначала 20% первоочередных мер, которые закрывают основную долю подтвержденных рисков.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71AF62-4463-4E18-A56D-2CB58BD2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943100"/>
            <a:ext cx="381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9A8E12-7F9C-45EB-A3C6-45AEAD92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3A29C-9BD8-4C77-9FAE-75650B0F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EE624-C5F1-43EB-8881-AEEA5418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5260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84908F-A758-4BC1-8E3B-3F336A80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050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0–30 дней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607180-41AA-4DB2-9BD6-FCFE65AE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ПРИОРИТЕТЫ И БЫСТРЫЕ МЕРЫ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1A09F-AF0D-43DC-B295-76440FBA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526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1B2FA-D090-44D2-A9CB-41E84F5C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95475"/>
            <a:ext cx="2362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2A63"/>
                </a:solidFill>
              </a:defRPr>
            </a:pPr>
            <a:r>
              <a:rPr sz="9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B722F1-87D2-4EB6-8839-64CB8DF8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526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B5E581-AE1C-49FD-AF1E-ADCA1D16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95475"/>
            <a:ext cx="1847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2A63"/>
                </a:solidFill>
              </a:defRPr>
            </a:pPr>
            <a:r>
              <a:rPr sz="9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C5BE9-2623-49DB-9C29-076FC8EB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8595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8FF158-7221-4864-9B7D-9C51D333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81200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048A8"/>
                </a:solidFill>
              </a:defRPr>
            </a:pPr>
            <a:r>
              <a:rPr sz="675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946D49-0151-4977-A166-B9CEB538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90750"/>
            <a:ext cx="1295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{{ROADMAP_1_RESULT}}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AED064-315C-4DB3-87A1-7956529C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9B698E-96AF-4372-BA8E-F680B4A8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052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4700DF-5469-4392-8216-DB49F999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1945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C6BCF3-DCB9-49A4-8491-A0A9CE90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718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31–60 дней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D680B4-08A1-4179-8F0D-375CEA3A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57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ПИЛОТЫ И РЕГЛАМЕНТЫ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8EDC71-1CF0-4D5B-8D38-0D88C23B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194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8A9B48-1A06-411E-A6D2-1958DE90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62325"/>
            <a:ext cx="2362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2A63"/>
                </a:solidFill>
              </a:defRPr>
            </a:pPr>
            <a:r>
              <a:rPr sz="9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C8DDD3-5AFC-4CF9-B1EC-1F682F53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194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895390-34A2-48D1-AE03-62F360DF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1847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2A63"/>
                </a:solidFill>
              </a:defRPr>
            </a:pPr>
            <a:r>
              <a:rPr sz="9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0F78E0-3655-4E8D-BB48-C5277BD8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5280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E0D45C-DD45-4DA5-BB0E-D92079B8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48050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048A8"/>
                </a:solidFill>
              </a:defRPr>
            </a:pPr>
            <a:r>
              <a:rPr sz="675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19398E-E1B7-4E4B-B422-F3BEDCD2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57600"/>
            <a:ext cx="1295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{{ROADMAP_2_RESULT}}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634557-2324-4584-ACDF-242E1C38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6E3AAD-C004-4276-8839-DB93A209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720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A39BFF-65B5-4112-8EB7-83F90E03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8630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4C30D9-8E7B-411D-8FBE-9A96D888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387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61–90 дней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CA5812-86D8-4387-9E9B-DA21D20D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244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МАСШТАБИРОВАНИЕ И КОНТРОЛЬ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51EA98-14D2-446C-9A75-ACE92B83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863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5BE31B-C012-487C-9AE3-5AE4C318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29175"/>
            <a:ext cx="2362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2A63"/>
                </a:solidFill>
              </a:defRPr>
            </a:pPr>
            <a:r>
              <a:rPr sz="9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4535EE-5729-400D-97F7-B230F6DD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863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C16C78-2098-492A-8395-8C02976F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29175"/>
            <a:ext cx="1847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2A63"/>
                </a:solidFill>
              </a:defRPr>
            </a:pPr>
            <a:r>
              <a:rPr sz="975">
                <a:solidFill>
                  <a:srgbClr val="102A63"/>
                </a:solidFill>
              </a:rPr>
              <a:t>{{ROADMAP_3_2}}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D3E8F4-122F-467C-B742-115E0C1E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819650"/>
            <a:ext cx="1524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AAA01F-42E9-4A76-95DD-B58FCB05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14900"/>
            <a:ext cx="1295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048A8"/>
                </a:solidFill>
              </a:defRPr>
            </a:pPr>
            <a:r>
              <a:rPr sz="675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4E06BD9-D654-4736-934F-FAD710CB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124450"/>
            <a:ext cx="1295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{{ROADMAP_3_RESULT}}</a:t>
            </a:r>
          </a:p>
        </p:txBody>
      </p:sp>
    </p:spTree>
    <p:extLst>
      <p:ext uri="{BB962C8B-B14F-4D97-AF65-F5344CB8AC3E}">
        <p14:creationId xmlns:p14="http://schemas.microsoft.com/office/powerpoint/2010/main" val="98469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E62781-B4E9-4E76-BCD6-639FC8B0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0a4b5c87b409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335D6-632B-430B-94CF-EBAEAF10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ADAF5-1D75-4FDF-AE46-A323D097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A2082-5C9A-4EFF-B191-78036B2E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521F6-64B5-46F2-BBC0-CB5CCFE4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53448-AB51-4B0D-B9F9-8E162BCD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317D6-BA25-4243-93E3-CE19EFC1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A63"/>
                </a:solidFill>
              </a:defRPr>
            </a:pPr>
            <a:r>
              <a:rPr sz="2025" b="1">
                <a:solidFill>
                  <a:srgbClr val="102A63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6E09BE-D0EC-40BB-A216-27433282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780"/>
                </a:solidFill>
              </a:defRPr>
            </a:pPr>
            <a:r>
              <a:rPr sz="1350">
                <a:solidFill>
                  <a:srgbClr val="596780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CAA8F-5A0C-4E9A-B01C-05E0DE6B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48A8"/>
                </a:solidFill>
              </a:defRPr>
            </a:pPr>
            <a:r>
              <a:rPr sz="1650" b="1">
                <a:solidFill>
                  <a:srgbClr val="2048A8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A8DFEB-C9C3-453B-A35F-5CC85CE7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2A766E-644C-448E-9681-877A562D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EF26A6-D901-447C-9662-68B3FB55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927031-6AC3-408F-B29D-A0613B0E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D71FCB-1FCA-46D6-9B1F-6D5C3401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10BE32-E8BF-4447-B26A-12FE5281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274F27-09EE-4634-A329-0F53ABE9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A3DC1E-AD8D-45C6-950D-0ABE2798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63"/>
                </a:solidFill>
              </a:defRPr>
            </a:pPr>
            <a:r>
              <a:rPr sz="1725" b="1">
                <a:solidFill>
                  <a:srgbClr val="102A63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E33237-8C44-4434-974B-C01313F7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EB85BF-9C2F-4188-92AB-A7FACFB9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C7990F-C6E2-44AB-8C6D-3F058490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713EE-D21B-4565-BAF5-5C5EC5C9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76C710-2249-4138-8A27-05BBD546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C4FC0-9FC2-4EE2-BD60-B45BA56B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74D3B6-1E22-4C92-98FB-4344062A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D34246-1E33-4B82-915B-A8A659AD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2341945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76CED3-220F-49DE-AB9A-016BB0BC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78144336442fc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6523D-79D9-4D27-9CC3-3252A17C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82B024-B200-4FFC-AFEE-F10A5933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2D95D0-22DE-475D-BB3C-D7BD902E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7BA9B-9AA1-40E0-AF6A-AAE596DF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DA67B-6F64-4D78-B192-B53D80B0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4FBEB-3663-4338-9C89-A0513A85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AEAEC-3A6F-490B-A8A8-2AED5314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DD4889-44C5-455B-903C-C59B98DF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53CBE-0B57-4A78-8C83-04307348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1D8D2-D008-432C-BF55-E05C1D8C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D6B4CE-26EF-4CE1-B936-D43F2365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10B347-556A-48CA-ACAE-0C08E6CF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D5406E-E4E4-4CEC-ABFC-0B1B0307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BCA772-FA42-4563-A5C5-DEDA8F5D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A1CA1-79E4-4628-8821-EEFE8810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57E6-EAF4-41CD-BC41-91B8BD32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8228E2-92A5-4C8A-886A-E477000F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FDD566-3BF2-4FAC-9434-AAB7E9B3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3CBCB2-61FF-47E5-B602-8FFC1D79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c93ba2d7a4a60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BF6A24-7AAD-4BF6-83A7-C315F674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8631F7-19D2-4621-8DB7-3D1EA5CD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DF0F10-FF97-4C34-9292-93901B16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7534119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2026-07-17T20:50:07.2580000Z</dcterms:created>
  <dcterms:modified xsi:type="dcterms:W3CDTF">2026-07-17T20:50:07.2580000Z</dcterms:modified>
</coreProperties>
</file>