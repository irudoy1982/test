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c98a7b10cd4f54" /><Relationship Type="http://schemas.openxmlformats.org/officeDocument/2006/relationships/extended-properties" Target="/docProps/app.xml" Id="R88c09d6bd08d4eeb" /><Relationship Type="http://schemas.openxmlformats.org/officeDocument/2006/relationships/officeDocument" Target="/ppt/presentation.xml" Id="Rfe9100ed17a34f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cb5a2b12c14636"/>
  </p:sldMasterIdLst>
  <p:notesMasterIdLst>
    <p:notesMasterId xmlns:r="http://schemas.openxmlformats.org/officeDocument/2006/relationships" r:id="Rc4c1448af8e64632"/>
  </p:notesMasterIdLst>
  <p:sldIdLst>
    <p:sldId xmlns:r="http://schemas.openxmlformats.org/officeDocument/2006/relationships" id="256" r:id="R6e0ae7e8ce9446cf"/>
    <p:sldId xmlns:r="http://schemas.openxmlformats.org/officeDocument/2006/relationships" id="257" r:id="R6d46501e547a4e21"/>
    <p:sldId xmlns:r="http://schemas.openxmlformats.org/officeDocument/2006/relationships" id="258" r:id="R6a28cc0d3e09418b"/>
    <p:sldId xmlns:r="http://schemas.openxmlformats.org/officeDocument/2006/relationships" id="259" r:id="Raef267a03c28410e"/>
    <p:sldId xmlns:r="http://schemas.openxmlformats.org/officeDocument/2006/relationships" id="260" r:id="R52479d7ddf1340c2"/>
    <p:sldId xmlns:r="http://schemas.openxmlformats.org/officeDocument/2006/relationships" id="261" r:id="Rc754c933ac9a424b"/>
    <p:sldId xmlns:r="http://schemas.openxmlformats.org/officeDocument/2006/relationships" id="262" r:id="R1b956988d42a407e"/>
    <p:sldId xmlns:r="http://schemas.openxmlformats.org/officeDocument/2006/relationships" id="263" r:id="R6e4ba7953d414870"/>
    <p:sldId xmlns:r="http://schemas.openxmlformats.org/officeDocument/2006/relationships" id="264" r:id="Rdeb4d08278494c8a"/>
    <p:sldId xmlns:r="http://schemas.openxmlformats.org/officeDocument/2006/relationships" id="265" r:id="R6456e86eac71428f"/>
    <p:sldId xmlns:r="http://schemas.openxmlformats.org/officeDocument/2006/relationships" id="266" r:id="Rbd292ad76255493b"/>
    <p:sldId xmlns:r="http://schemas.openxmlformats.org/officeDocument/2006/relationships" id="267" r:id="R04a5c39ad79f4e0d"/>
    <p:sldId xmlns:r="http://schemas.openxmlformats.org/officeDocument/2006/relationships" id="268" r:id="R64ff841f352f490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c72295d23d4589" /><Relationship Type="http://schemas.openxmlformats.org/officeDocument/2006/relationships/slideMaster" Target="/ppt/slideMasters/slideMaster1.xml" Id="R5dcb5a2b12c14636" /><Relationship Type="http://schemas.openxmlformats.org/officeDocument/2006/relationships/notesMaster" Target="/ppt/notesMasters/notesMaster1.xml" Id="Rc4c1448af8e64632" /><Relationship Type="http://schemas.openxmlformats.org/officeDocument/2006/relationships/presProps" Target="/ppt/presProps.xml" Id="Rea702d7dc38d4f49" /><Relationship Type="http://schemas.openxmlformats.org/officeDocument/2006/relationships/tableStyles" Target="/ppt/tableStyles.xml" Id="R3f7708dc1d904b97" /><Relationship Type="http://schemas.openxmlformats.org/officeDocument/2006/relationships/slide" Target="/ppt/slides/slide1.xml" Id="R6e0ae7e8ce9446cf" /><Relationship Type="http://schemas.openxmlformats.org/officeDocument/2006/relationships/slide" Target="/ppt/slides/slide2.xml" Id="R6d46501e547a4e21" /><Relationship Type="http://schemas.openxmlformats.org/officeDocument/2006/relationships/slide" Target="/ppt/slides/slide3.xml" Id="R6a28cc0d3e09418b" /><Relationship Type="http://schemas.openxmlformats.org/officeDocument/2006/relationships/slide" Target="/ppt/slides/slide4.xml" Id="Raef267a03c28410e" /><Relationship Type="http://schemas.openxmlformats.org/officeDocument/2006/relationships/slide" Target="/ppt/slides/slide5.xml" Id="R52479d7ddf1340c2" /><Relationship Type="http://schemas.openxmlformats.org/officeDocument/2006/relationships/slide" Target="/ppt/slides/slide6.xml" Id="Rc754c933ac9a424b" /><Relationship Type="http://schemas.openxmlformats.org/officeDocument/2006/relationships/slide" Target="/ppt/slides/slide7.xml" Id="R1b956988d42a407e" /><Relationship Type="http://schemas.openxmlformats.org/officeDocument/2006/relationships/slide" Target="/ppt/slides/slide8.xml" Id="R6e4ba7953d414870" /><Relationship Type="http://schemas.openxmlformats.org/officeDocument/2006/relationships/slide" Target="/ppt/slides/slide9.xml" Id="Rdeb4d08278494c8a" /><Relationship Type="http://schemas.openxmlformats.org/officeDocument/2006/relationships/slide" Target="/ppt/slides/slide10.xml" Id="R6456e86eac71428f" /><Relationship Type="http://schemas.openxmlformats.org/officeDocument/2006/relationships/slide" Target="/ppt/slides/slide11.xml" Id="Rbd292ad76255493b" /><Relationship Type="http://schemas.openxmlformats.org/officeDocument/2006/relationships/slide" Target="/ppt/slides/slide12.xml" Id="R04a5c39ad79f4e0d" /><Relationship Type="http://schemas.openxmlformats.org/officeDocument/2006/relationships/slide" Target="/ppt/slides/slide13.xml" Id="R64ff841f352f49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90a5b5382e4b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3e2fdaf5544cb8" /><Relationship Type="http://schemas.openxmlformats.org/officeDocument/2006/relationships/notesMaster" Target="/ppt/notesMasters/notesMaster1.xml" Id="R3534d92f26cf42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43bcf228424e10" /><Relationship Type="http://schemas.openxmlformats.org/officeDocument/2006/relationships/notesMaster" Target="/ppt/notesMasters/notesMaster1.xml" Id="R35e50e0b327c4f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36bd306a5740db" /><Relationship Type="http://schemas.openxmlformats.org/officeDocument/2006/relationships/notesMaster" Target="/ppt/notesMasters/notesMaster1.xml" Id="R097582eb186144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e96da7c2674d06" /><Relationship Type="http://schemas.openxmlformats.org/officeDocument/2006/relationships/notesMaster" Target="/ppt/notesMasters/notesMaster1.xml" Id="Rdccae753fab340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b072038cdd342d9" /><Relationship Type="http://schemas.openxmlformats.org/officeDocument/2006/relationships/notesMaster" Target="/ppt/notesMasters/notesMaster1.xml" Id="R648e58143e534e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19580878d5407f" /><Relationship Type="http://schemas.openxmlformats.org/officeDocument/2006/relationships/notesMaster" Target="/ppt/notesMasters/notesMaster1.xml" Id="R0b1af165681d4b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c30a0a08de408b" /><Relationship Type="http://schemas.openxmlformats.org/officeDocument/2006/relationships/notesMaster" Target="/ppt/notesMasters/notesMaster1.xml" Id="R331f0ed349e343e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e003c1ce164473" /><Relationship Type="http://schemas.openxmlformats.org/officeDocument/2006/relationships/notesMaster" Target="/ppt/notesMasters/notesMaster1.xml" Id="Rfddf7bd8459240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d847ebeda141e1" /><Relationship Type="http://schemas.openxmlformats.org/officeDocument/2006/relationships/notesMaster" Target="/ppt/notesMasters/notesMaster1.xml" Id="R9136d5bd7c7a4e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5df60e3b1d4d0b" /><Relationship Type="http://schemas.openxmlformats.org/officeDocument/2006/relationships/notesMaster" Target="/ppt/notesMasters/notesMaster1.xml" Id="Ra21a9611b07e451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c9d1afad5d24a7b" /><Relationship Type="http://schemas.openxmlformats.org/officeDocument/2006/relationships/notesMaster" Target="/ppt/notesMasters/notesMaster1.xml" Id="R5e13e810f375459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a090333b564b4a" /><Relationship Type="http://schemas.openxmlformats.org/officeDocument/2006/relationships/notesMaster" Target="/ppt/notesMasters/notesMaster1.xml" Id="Rcc328fdb8f73476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6991cb0079e40e9" /><Relationship Type="http://schemas.openxmlformats.org/officeDocument/2006/relationships/notesMaster" Target="/ppt/notesMasters/notesMaster1.xml" Id="Rf0b93a7d8dd94c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14407faae043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807dab6da240b0" /><Relationship Type="http://schemas.openxmlformats.org/officeDocument/2006/relationships/slideLayout" Target="/ppt/slideLayouts/slideLayout1.xml" Id="Raedd1ea7ea454a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dd1ea7ea454a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a784c2f3e14271" /><Relationship Type="http://schemas.openxmlformats.org/officeDocument/2006/relationships/image" Target="/ppt/media/image.jpeg" Id="Re8d0df6719924a7f" /><Relationship Type="http://schemas.openxmlformats.org/officeDocument/2006/relationships/image" Target="/ppt/media/image.png" Id="R2463d95c49294f49" /><Relationship Type="http://schemas.openxmlformats.org/officeDocument/2006/relationships/notesSlide" Target="/ppt/notesSlides/notesSlide1.xml" Id="R9e7f8ca2fd5244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2bbc3226645b2" /><Relationship Type="http://schemas.openxmlformats.org/officeDocument/2006/relationships/image" Target="/ppt/media/image2.png" Id="R837eba5505fb4499" /><Relationship Type="http://schemas.openxmlformats.org/officeDocument/2006/relationships/image" Target="/ppt/media/image3.png" Id="Rb775ab1a93de4b08" /><Relationship Type="http://schemas.openxmlformats.org/officeDocument/2006/relationships/notesSlide" Target="/ppt/notesSlides/notesSlide2.xml" Id="Rb9aa961f1d4f4d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a36ee0d2114667" /><Relationship Type="http://schemas.openxmlformats.org/officeDocument/2006/relationships/image" Target="/ppt/media/image4.png" Id="R9648624f78404c9a" /><Relationship Type="http://schemas.openxmlformats.org/officeDocument/2006/relationships/notesSlide" Target="/ppt/notesSlides/notesSlide3.xml" Id="Rd74a8dd42b7746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e5c8a739748c8" /><Relationship Type="http://schemas.openxmlformats.org/officeDocument/2006/relationships/image" Target="/ppt/media/image5.png" Id="R74b55a975c5e472d" /><Relationship Type="http://schemas.openxmlformats.org/officeDocument/2006/relationships/notesSlide" Target="/ppt/notesSlides/notesSlide4.xml" Id="R2a9e2ff116b14a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7957b634340b6" /><Relationship Type="http://schemas.openxmlformats.org/officeDocument/2006/relationships/image" Target="/ppt/media/image6.png" Id="Rbe65dd7c01904d40" /><Relationship Type="http://schemas.openxmlformats.org/officeDocument/2006/relationships/notesSlide" Target="/ppt/notesSlides/notesSlide5.xml" Id="R477db05538214e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81e6f053454ad2" /><Relationship Type="http://schemas.openxmlformats.org/officeDocument/2006/relationships/image" Target="/ppt/media/image7.png" Id="R80902ac13f354430" /><Relationship Type="http://schemas.openxmlformats.org/officeDocument/2006/relationships/notesSlide" Target="/ppt/notesSlides/notesSlide6.xml" Id="Raa91c6145a1846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96403d9814447" /><Relationship Type="http://schemas.openxmlformats.org/officeDocument/2006/relationships/image" Target="/ppt/media/image8.png" Id="R1729bfa275154885" /><Relationship Type="http://schemas.openxmlformats.org/officeDocument/2006/relationships/notesSlide" Target="/ppt/notesSlides/notesSlide7.xml" Id="R6d12c648399b44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37c3a2c41a4072" /><Relationship Type="http://schemas.openxmlformats.org/officeDocument/2006/relationships/image" Target="/ppt/media/image9.png" Id="R3cdd917375284cdd" /><Relationship Type="http://schemas.openxmlformats.org/officeDocument/2006/relationships/notesSlide" Target="/ppt/notesSlides/notesSlide8.xml" Id="Rafaf01a5f72e41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56d9abd4944d6" /><Relationship Type="http://schemas.openxmlformats.org/officeDocument/2006/relationships/image" Target="/ppt/media/image10.png" Id="Re4c4989f9dfb486e" /><Relationship Type="http://schemas.openxmlformats.org/officeDocument/2006/relationships/notesSlide" Target="/ppt/notesSlides/notesSlide9.xml" Id="Rce3b9f3fc91a4a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e1618182b4529" /><Relationship Type="http://schemas.openxmlformats.org/officeDocument/2006/relationships/image" Target="/ppt/media/image11.png" Id="Rbaba47107fac48cf" /><Relationship Type="http://schemas.openxmlformats.org/officeDocument/2006/relationships/notesSlide" Target="/ppt/notesSlides/notesSlide10.xml" Id="Re132c319c08a48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4df8c4e154dbb" /><Relationship Type="http://schemas.openxmlformats.org/officeDocument/2006/relationships/image" Target="/ppt/media/image12.png" Id="R3bfdd6d228ae4b77" /><Relationship Type="http://schemas.openxmlformats.org/officeDocument/2006/relationships/notesSlide" Target="/ppt/notesSlides/notesSlide11.xml" Id="Rb3dbe1f300924f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68ee2d70f440b" /><Relationship Type="http://schemas.openxmlformats.org/officeDocument/2006/relationships/image" Target="/ppt/media/image13.png" Id="Re8fc52fe94cc411d" /><Relationship Type="http://schemas.openxmlformats.org/officeDocument/2006/relationships/notesSlide" Target="/ppt/notesSlides/notesSlide12.xml" Id="R2ede3d54e26a429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935ff78814af4" /><Relationship Type="http://schemas.openxmlformats.org/officeDocument/2006/relationships/image" Target="/ppt/media/image14.png" Id="R99f20e962551438f" /><Relationship Type="http://schemas.openxmlformats.org/officeDocument/2006/relationships/image" Target="/ppt/media/image15.png" Id="R5ec993dbf016411f" /><Relationship Type="http://schemas.openxmlformats.org/officeDocument/2006/relationships/notesSlide" Target="/ppt/notesSlides/notesSlide13.xml" Id="Re2a4f83866ac49f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A52062-225D-4274-8C99-0F8970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AFF32-8731-4B3D-82D3-59B01EC6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10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0df6719924a7f"/>
          <a:srcRect xmlns:a="http://schemas.openxmlformats.org/drawingml/2006/main" l="0" t="11037" r="0" b="11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3AC88-9F4E-4359-9EB8-DD19C974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3d95c49294f49"/>
          <a:stretch xmlns:a="http://schemas.openxmlformats.org/drawingml/2006/main"/>
        </p:blipFill>
        <p:spPr>
          <a:xfrm xmlns:a="http://schemas.openxmlformats.org/drawingml/2006/main">
            <a:off x="963386" y="514350"/>
            <a:ext cx="1826079" cy="838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442E43-3782-4D61-B476-BEA5A929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BA284C-FECD-4867-9B6B-1657146A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2A63"/>
                </a:solidFill>
              </a:defRPr>
            </a:pPr>
            <a:r>
              <a:rPr sz="360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A247A1-3DF9-4647-A52F-4A3D9BC8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96780"/>
                </a:solidFill>
              </a:defRPr>
            </a:pPr>
            <a:r>
              <a:rPr sz="150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8350A1-1D37-4175-B171-2BACD132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BEF0F9-0D8A-43F5-9810-12A23A7A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Зрелость 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6D933D-64CA-4BCC-9640-F9B756D2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{{IT_SCORE}}%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4739BD-594D-4DCB-B188-5A184802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5A428-7C5B-4BC3-BBF1-786245A8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Зрелость ИБ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070980-E4CC-4C8F-AD9A-03F6EFF0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048A8"/>
                </a:solidFill>
              </a:defRPr>
            </a:pPr>
            <a:r>
              <a:rPr sz="2400" b="1">
                <a:solidFill>
                  <a:srgbClr val="2048A8"/>
                </a:solidFill>
              </a:rPr>
              <a:t>{{SCORE}}%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5BE103-22F4-4049-84C6-609AA149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578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6780"/>
                </a:solidFill>
              </a:defRPr>
            </a:pPr>
            <a:r>
              <a:rPr sz="1200" b="1">
                <a:solidFill>
                  <a:srgbClr val="596780"/>
                </a:solidFill>
              </a:rPr>
              <a:t>{{DATE}}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E93402-B656-4C36-ACB1-A400D040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466276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CA5978-B9FD-4629-85E5-DB4390DB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eba5505fb4499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2169C-D356-4134-BD5C-F9E5D62F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3E25FE-FE83-470C-B366-90174D09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196B0-3131-4B84-B766-39CAFF13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A8739-FF6F-4841-91A2-93AFC160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9A9848-4BFD-47F3-8E8A-AF26D944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3081F-83BD-40ED-A0B4-06C0B9BD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48A8"/>
                </a:solidFill>
              </a:defRPr>
            </a:pPr>
            <a:r>
              <a:rPr sz="1875" b="1">
                <a:solidFill>
                  <a:srgbClr val="2048A8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F71DE7-268C-4AC8-ADB3-B4DA464C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AF94F-81D3-465E-8E2F-46AC242A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5D363-D90B-475B-B6B3-5F8E2BFB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E25A75-6F4F-43DB-BE63-B4CB9FAF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438A65-E011-417B-9683-35B539C0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2A63"/>
                </a:solidFill>
              </a:defRPr>
            </a:pPr>
            <a:r>
              <a:rPr sz="2700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D43230-EEF4-4616-B6FA-C30BDB28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6B4684-618C-46C3-A779-3D7E65F3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EC7AD0-B1AD-4E73-BD9B-23E8793F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57395B-9CE0-4E94-B389-A2BEF02F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11F4EE-6A1D-4ED7-85D8-64651503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777127-B059-41DA-B250-AF06C25D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C3AB7E-C6AA-4ABD-B061-2FF8AA81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ABC283-9D46-4B3C-95FE-ABFEFCB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E1ED1A-D5F9-49A9-8B60-38F5845D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6B7E44-D346-4430-AC75-5E8B71F3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7A66B0-08B4-472B-8219-F67ECFE4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7EB470-50FA-4F4E-B662-73BC83ED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4C967-94B2-4E30-A226-A646EAFE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0EE592-119C-4F15-A9D6-8E646411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A305A3-F0C9-43B4-A136-ACAB5DEA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656160-71CB-4839-AB28-E5248637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8BA0BA-714A-4F32-B0B0-88378A03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8EDAC3-8BE1-4A00-B354-8EDC1A96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335DA8-5DDF-4F6A-B259-D8381D2F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FF1154-754B-4F6F-8534-02408840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Рабочие сессии, внедрение, поддержка и передача знаний команде.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42D345-9DC4-4D32-A6CC-3FC0A5D7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8D6EDF-4D26-4110-AD70-11AD52EC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5ab1a93de4b08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DD2916-E6DF-4E55-8F5C-6BFFC552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Аудит в одном экране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6B9B1D-D16C-4E4D-B88A-14E57CC0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C88E30B-4F54-4443-993A-57613E33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8709A8-C9BB-4F2F-A181-09327431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DF17DE-CE05-4495-A2A6-AD81E4AF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144DBF-A6BC-4435-8FD0-5A588A1C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63"/>
                </a:solidFill>
              </a:defRPr>
            </a:pPr>
            <a:r>
              <a:rPr sz="2175" b="1">
                <a:solidFill>
                  <a:srgbClr val="102A63"/>
                </a:solidFill>
              </a:rPr>
              <a:t>{{SUMMARY_TITLE}}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EF5C9C-704E-43FF-B4D8-663240E9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CD6C14-17A9-47E7-98BA-A784F55E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7E423C-4D82-40D3-8199-4B51632C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9BE21E-CE91-439F-B76A-3300CD98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FDE0C5-BF97-4B5C-9EC8-450AEE46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3F2747A-0732-4B1D-9B43-F10B00D1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640036-46E9-4287-B943-9D2D330A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048A8"/>
                </a:solidFill>
              </a:defRPr>
            </a:pPr>
            <a:r>
              <a:rPr sz="1425" b="1">
                <a:solidFill>
                  <a:srgbClr val="2048A8"/>
                </a:solidFill>
              </a:rPr>
              <a:t>Ключевые наблюдения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95F29B0-AE34-4C0F-8D8F-1067512B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E9084F2-8161-4BAF-B824-41F58686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0B1A934-8A4C-4B41-9ACA-E51CAE2C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74CE547-DD53-4F75-982A-75730DB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F7DE655-2379-4260-8B34-F6862332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49710DC-A2F4-417A-9A95-21A30192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720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6CA7095-1DAB-4B28-92C6-76A4E565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12180F-7CA2-4062-A1D3-432A755D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</p:spTree>
    <p:extLst>
      <p:ext uri="{BB962C8B-B14F-4D97-AF65-F5344CB8AC3E}">
        <p14:creationId xmlns:p14="http://schemas.microsoft.com/office/powerpoint/2010/main" val="5708755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C8D294-FCC6-4032-9161-C74839B5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48624f78404c9a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0AFFC-3FD1-47A9-AB67-CD1ECEAD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Что должно измениться за первые 90 дней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41BE95-F1DB-430F-9EC4-A9859003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DB4FB-1CBB-4F18-97A9-B5C42835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C8C92C-C3CC-4553-AED1-51C36344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61B4CE-AC0C-4B9F-95E3-F37577F5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72DA52-E038-48E4-AC40-42B6F305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0648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048A8"/>
                </a:solidFill>
              </a:defRPr>
            </a:pPr>
            <a:r>
              <a:rPr sz="1500" b="1">
                <a:solidFill>
                  <a:srgbClr val="2048A8"/>
                </a:solidFill>
              </a:rPr>
              <a:t>Четыре приоритета связывают факты анкеты с измеримым результатом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CBA1A9-18E3-44AC-928D-3FBE4B9F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96780"/>
                </a:solidFill>
              </a:defRPr>
            </a:pPr>
            <a:r>
              <a:rPr sz="825" b="1">
                <a:solidFill>
                  <a:srgbClr val="596780"/>
                </a:solidFill>
              </a:rPr>
              <a:t>ПРИОРИТЕТ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82A6E-3282-41BC-B74C-E3271FA3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96780"/>
                </a:solidFill>
              </a:defRPr>
            </a:pPr>
            <a:r>
              <a:rPr sz="825" b="1">
                <a:solidFill>
                  <a:srgbClr val="596780"/>
                </a:solidFill>
              </a:rPr>
              <a:t>СЕЙЧАС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9D2A7B-51DE-4884-A7F1-885CC324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396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96780"/>
                </a:solidFill>
              </a:defRPr>
            </a:pPr>
            <a:r>
              <a:rPr sz="825" b="1">
                <a:solidFill>
                  <a:srgbClr val="596780"/>
                </a:solidFill>
              </a:rPr>
              <a:t>ЦЕЛЬ 90 ДНЕЙ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F4B86-63E0-4F87-8CFB-906967D2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B041E6-2BF3-4099-AB87-FF637DEE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{{OUTCOME_1_TITLE}}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259F39-313D-48F0-998F-B351408B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526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{{OUTCOME_1_FROM}}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0A9AD2-3F28-40B0-8DF6-01EE9F09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048A8"/>
                </a:solidFill>
              </a:defRPr>
            </a:pPr>
            <a:r>
              <a:rPr sz="1950" b="1">
                <a:solidFill>
                  <a:srgbClr val="2048A8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9524F-04DF-4355-98BD-CF68F809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{{OUTCOME_1_TO}}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A90F14-86BE-440D-8716-275BCC9D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95918E-6D74-4A34-9877-067FBD9F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5A82E5-F2AA-4F68-8E4A-992EB88B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813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{{OUTCOME_2_TITLE}}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39146C-9CF2-4FA1-98F8-74B4963C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813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{{OUTCOME_2_FROM}}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4175B-2EAE-4D05-8963-59D6D7EF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956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048A8"/>
                </a:solidFill>
              </a:defRPr>
            </a:pPr>
            <a:r>
              <a:rPr sz="1950" b="1">
                <a:solidFill>
                  <a:srgbClr val="2048A8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0BE368-681B-4630-87B7-2BE4ABF3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813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{{OUTCOME_2_TO}}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DFF4F1-9628-48F7-A16C-370BFC81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D7CE1E-A534-4E60-91F5-306A0F75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481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1C3693-F07F-451E-915C-FFA1E049D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100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{{OUTCOME_3_TITLE}}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0A7668-96EA-4792-88AC-F6CB5257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{{OUTCOME_3_FROM}}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229D4C-6F1C-49A3-89EA-FC777F6E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243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048A8"/>
                </a:solidFill>
              </a:defRPr>
            </a:pPr>
            <a:r>
              <a:rPr sz="1950" b="1">
                <a:solidFill>
                  <a:srgbClr val="2048A8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582AE1-7937-4DA9-986D-6A047E31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100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{{OUTCOME_3_TO}}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F56AFE-C416-446A-9A70-AC997565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F6F030-6166-48FF-ACF6-4CC4D2EF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7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395DE6-C310-48D0-B708-4F785C23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{{OUTCOME_4_TITLE}}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2B15CB-E9E5-4542-B3DB-986A6334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38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{{OUTCOME_4_FROM}}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3C889F-02C5-4A38-9279-1645A633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530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048A8"/>
                </a:solidFill>
              </a:defRPr>
            </a:pPr>
            <a:r>
              <a:rPr sz="1950" b="1">
                <a:solidFill>
                  <a:srgbClr val="2048A8"/>
                </a:solidFill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A139B4-73C8-41F3-B572-4ED14BD7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387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{{OUTCOME_4_TO}}</a:t>
            </a:r>
          </a:p>
        </p:txBody>
      </p:sp>
    </p:spTree>
    <p:extLst>
      <p:ext uri="{BB962C8B-B14F-4D97-AF65-F5344CB8AC3E}">
        <p14:creationId xmlns:p14="http://schemas.microsoft.com/office/powerpoint/2010/main" val="6533686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DE4333-6441-413B-B5AF-27DCFD1A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b55a975c5e472d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2628DF-307F-4E4A-98C0-083C4A6A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Контекст среды и уже работающие контроли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9BC49-F0E7-433E-8E2A-92F02A82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3E7F8-A4DB-4A8F-98BB-38D14F9E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E02F01-DD24-4744-A7D1-ED02468E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83D08-651B-405C-A646-C6719F7C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CEAA1F-1646-48B0-98DC-4D5C9D1F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37D896-0288-4021-9C41-25A15745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46F75B-BC60-465C-8A8D-350BC959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82F81-A988-4EB7-87BA-030FB743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998EA4-FC56-4B6D-A70A-D31C4810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CF4A1A-8021-4E54-B1E4-84D836A4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242F40-82F2-44F0-863E-E98265C2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8A0C0E-71A2-4F3F-8F2C-CAFC95EB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AB3F4-E557-4A9F-B644-1CA68784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7CB00-7D4E-4FB4-A4B5-C701701D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DC8262-B391-4ECF-B5BD-7B966089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20B205-9BF2-4D91-B23F-84BE9D89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D647B-B8E3-402E-A3D3-1018123B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970B8A-A907-4212-87AD-9CA1B060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00A4AE-BC02-4A21-A71C-0053D023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Подтвержденные сильные стороны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CDA947-62C6-44F9-98EA-32DE34C0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5BDB07-6D19-426A-9788-D543B26F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{{STRENGTH_1}}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7F85E5-6C3D-4A4A-9DDE-225DF24B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287276-E9CF-4C44-9301-71B31361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{{STRENGTH_2}}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CE2FC3-14B8-4B96-AB44-D96631F3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6C4AA4-687E-4004-AA3A-F63EE1A4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{{STRENGTH_3}}</a:t>
            </a:r>
          </a:p>
        </p:txBody>
      </p:sp>
    </p:spTree>
    <p:extLst>
      <p:ext uri="{BB962C8B-B14F-4D97-AF65-F5344CB8AC3E}">
        <p14:creationId xmlns:p14="http://schemas.microsoft.com/office/powerpoint/2010/main" val="7016987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BBFFB3-4AD5-4318-BEF1-58D8BE3C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65dd7c01904d40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74464-12D4-41E5-8D38-4F9717DC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Карта подтвержденных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EE2F04-BC33-42BF-9730-6ABA29BF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E75E6-49E2-478D-BCD7-1ECA3AB9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DA100-5E9A-4A2F-B77E-D9912BF9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E172DD-D2FC-4181-8ECC-5AF434CB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71231-CD8B-4723-A71E-B1007716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F1514-FBCE-447E-ACE0-E9B10406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A95BC-2089-4079-91CD-B8929A53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1"/>
                </a:solidFill>
              </a:defRPr>
            </a:pPr>
            <a:r>
              <a:rPr sz="900" b="1">
                <a:solidFill>
                  <a:srgbClr val="A20001"/>
                </a:solidFill>
              </a:rPr>
              <a:t>{{RISK_1_LEVEL}}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81367-1506-41B7-B20A-3A751E10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DB21B7-320C-4BC2-8678-7AF5EAD3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108A9F-4BE5-4A42-8AEB-7E395D4A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B2C28F-54C3-4256-8D51-9E7B9E2E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F4261E-252C-44F0-B532-8C57BCBC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2"/>
                </a:solidFill>
              </a:defRPr>
            </a:pPr>
            <a:r>
              <a:rPr sz="900" b="1">
                <a:solidFill>
                  <a:srgbClr val="A20002"/>
                </a:solidFill>
              </a:rPr>
              <a:t>{{RISK_2_LEVEL}}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05A68B-9341-4758-ADE1-D78E3363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812754-2644-4233-B23D-812CE281F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46AF19-7141-49C5-B79B-F120F023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6AD73B-78A4-4D8C-BE52-B46CA167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5D34F-CEE6-4F43-95C4-42FB5C86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3"/>
                </a:solidFill>
              </a:defRPr>
            </a:pPr>
            <a:r>
              <a:rPr sz="900" b="1">
                <a:solidFill>
                  <a:srgbClr val="A20003"/>
                </a:solidFill>
              </a:rPr>
              <a:t>{{RISK_3_LEVEL}}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7FFF3F-350A-43AF-9DC8-FD6031A2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F14967-2CF2-48F3-B092-D23D7228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A546B4-A1A9-42B0-AC1A-9DF3E23B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E3F4D5-223E-47D7-B03C-133AE917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6242B4-5695-41A4-912C-B33EE35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4"/>
                </a:solidFill>
              </a:defRPr>
            </a:pPr>
            <a:r>
              <a:rPr sz="900" b="1">
                <a:solidFill>
                  <a:srgbClr val="A20004"/>
                </a:solidFill>
              </a:rPr>
              <a:t>{{RISK_4_LEVEL}}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BE7937-79C5-42CB-9432-F638426B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4ADFC0-A911-49BC-857E-AB012204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{{RISK_4_IMPACT}}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A0BB75-07F2-473E-91BB-4A659F26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126736-EE5D-4E6A-AE2B-EE8CD7D5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DBD218-1759-4AD4-B8B4-406E5447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5"/>
                </a:solidFill>
              </a:defRPr>
            </a:pPr>
            <a:r>
              <a:rPr sz="900" b="1">
                <a:solidFill>
                  <a:srgbClr val="A20005"/>
                </a:solidFill>
              </a:rPr>
              <a:t>{{RISK_5_LEVEL}}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6F0E88-C28E-42EC-9B15-AEDDB146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{{RISK_5_TITLE}}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46A9D3-5B10-420A-9477-117E8841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{{RISK_5_IMPACT}}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C8C6E8-E0EA-4A0E-B322-4DE770C6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EDB707-F1DF-4391-A6AF-903AB451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D16163-2EF4-452E-8EEB-D6DB3EAB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6"/>
                </a:solidFill>
              </a:defRPr>
            </a:pPr>
            <a:r>
              <a:rPr sz="900" b="1">
                <a:solidFill>
                  <a:srgbClr val="A20006"/>
                </a:solidFill>
              </a:rPr>
              <a:t>{{RISK_6_LEVEL}}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16DAAD-75C9-4FD8-97FF-62F8B1A5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{{RISK_6_TITLE}}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D6EEFB-7E0C-4415-897B-C5300C24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{{RISK_6_IMPACT}}</a:t>
            </a:r>
          </a:p>
        </p:txBody>
      </p:sp>
    </p:spTree>
    <p:extLst>
      <p:ext uri="{BB962C8B-B14F-4D97-AF65-F5344CB8AC3E}">
        <p14:creationId xmlns:p14="http://schemas.microsoft.com/office/powerpoint/2010/main" val="13047837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2C9CC7-043A-4414-AEFA-12D4BAF0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02ac13f354430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452762-9E9E-41AE-8637-D2A02EB7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Почему требования применимы к вашей организации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038E6-B97B-479A-A945-D202259F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77BAF-07B2-459A-80A1-EC08D140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90EF51-BFE8-447D-9055-958906E6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77E31-399A-4EC8-A806-D7910D33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3CB66D-3956-4168-B479-EB088372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10648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48A8"/>
                </a:solidFill>
              </a:defRPr>
            </a:pPr>
            <a:r>
              <a:rPr sz="2025" b="1">
                <a:solidFill>
                  <a:srgbClr val="2048A8"/>
                </a:solidFill>
              </a:rPr>
              <a:t>{{REG_TITLE}}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21D6D1-EFAB-4A3E-9DC4-F95AC01E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2A34B0-1F25-45A2-B4B9-51481480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Основание профиля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BFADE4-C15A-4083-8903-8713E6D2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{{REG_APPLICABILITY}}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7EA26-79D3-424A-B5BB-9A783648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EDA46F-0F9B-48BD-915C-B4CB8A2E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808B1F-4BC3-4B6E-9848-CD8B920B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Что требуется подтвердить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7413D2-DE86-4BD4-9653-D418D5FB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{{REG_EXPECTATIONS}}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E00AA3-72FF-43FC-9F7C-B8B9716F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DA4B5A-3215-4A5F-B32C-9D1F3245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534314-E50D-437C-9F84-8B1F844D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Как читать рекомендации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D70A92-D2C6-41A1-8638-3F010338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{{REG_IMPLEMENTATION}}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B82317-6373-4405-A8C0-DC26DB82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00650"/>
            <a:ext cx="106489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40FDA7-731B-42DD-9EB0-7606DA67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62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Нормативные опоры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478287-7EA8-43FB-BB26-5B23704D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19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{{REG_ANCHORS}}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F2D7E-7C79-49E3-BF91-8A99108E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53150"/>
            <a:ext cx="10648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Границы применимости подтверждаются по официальному статусу организации и конкретных информационных систем.</a:t>
            </a:r>
          </a:p>
        </p:txBody>
      </p:sp>
    </p:spTree>
    <p:extLst>
      <p:ext uri="{BB962C8B-B14F-4D97-AF65-F5344CB8AC3E}">
        <p14:creationId xmlns:p14="http://schemas.microsoft.com/office/powerpoint/2010/main" val="9773621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911410-63DE-4F20-9707-0A815A2E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29bfa275154885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C0D639-063E-41AE-BBDE-38A5DA75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41B9A9-7A98-4EE2-8C49-88C1EEC6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7295FA-2638-49EC-8839-049D64F9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26AAD-6C66-4B22-B8D5-DFCB482F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48E5C2-5B3A-4556-A82A-FA9335B9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AA39A-C07D-4A95-B5E8-D054C14F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D3CF4E-57C3-4AB2-8E6B-293A272F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611040-3A1E-4994-8764-384BC620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1"/>
                </a:solidFill>
              </a:defRPr>
            </a:pPr>
            <a:r>
              <a:rPr sz="900" b="1">
                <a:solidFill>
                  <a:srgbClr val="B20001"/>
                </a:solidFill>
              </a:rPr>
              <a:t>{{REC_1_LEVEL}}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DE2D76-03E2-4BB1-8FCF-12891B0F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1"/>
                </a:solidFill>
              </a:defRPr>
            </a:pPr>
            <a:r>
              <a:rPr sz="2550" b="1">
                <a:solidFill>
                  <a:srgbClr val="B20001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D041B4-D074-4189-AE75-A84D8786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{{REC_1_TITLE}}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16F678-4770-47CC-BAEA-68885157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4F6431-F8F4-4407-B478-711E9921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{{REC_1_EVIDENCE}}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247386-2666-4BE1-9181-E9BB6FF5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47AEED-BE80-4FCD-98CB-BDF67CD8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{{REC_1_ACTION}}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F2B71F-9D88-48F0-842A-FA39BCD9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579E08-5872-4948-8C63-0381497D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7C512E-0D31-4FE3-A14E-E12A8F05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{{REC_1_SOLUTION}} · {{REC_1_VENDORS}}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3995E7-78FC-40AC-8D82-24EC3F95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6EC86E-87ED-4002-AFC0-6E12ED44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{{REC_1_LEGAL}}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003291-29AC-491C-815B-C816B992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516042-A318-4BD3-A590-0E862217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{{REC_1_METRIC}}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8E1900-5603-44F1-9D8C-D77E0E64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02DFE1-185A-4194-B90E-F939A75F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9505A0-0800-42FE-AF18-8005ACDC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2"/>
                </a:solidFill>
              </a:defRPr>
            </a:pPr>
            <a:r>
              <a:rPr sz="900" b="1">
                <a:solidFill>
                  <a:srgbClr val="B20002"/>
                </a:solidFill>
              </a:rPr>
              <a:t>{{REC_2_LEVEL}}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6129B9-FADF-41E6-8217-76408CE5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2"/>
                </a:solidFill>
              </a:defRPr>
            </a:pPr>
            <a:r>
              <a:rPr sz="2550" b="1">
                <a:solidFill>
                  <a:srgbClr val="B20002"/>
                </a:solidFill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242170-D548-4E4D-85ED-3DB1E01D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{{REC_2_TITLE}}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F45FD4-BDFB-4578-9F5B-B6DB382E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709B9B-54AC-4287-BB32-66CAF2C5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{{REC_2_EVIDENCE}}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FCBEC6-9E23-4ADD-AAD9-549A93A5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354BE0-89AA-4E24-BA87-865CCB9C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{{REC_2_ACTION}}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0611CB-84E2-4123-904A-265A3757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3A441A-F691-4783-9296-0EED9593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4793AF-85A9-4175-914D-84A62120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{{REC_2_SOLUTION}} · {{REC_2_VENDORS}}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7B2C27-A182-4F61-BFD7-8CCDBACD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76F855-9C89-4618-9923-0EFF2565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{{REC_2_LEGAL}}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4BD767-25DB-4875-83A2-531B5509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31828B-1259-4A7E-BFC8-D386147B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{{REC_2_METRIC}}</a:t>
            </a:r>
          </a:p>
        </p:txBody>
      </p:sp>
    </p:spTree>
    <p:extLst>
      <p:ext uri="{BB962C8B-B14F-4D97-AF65-F5344CB8AC3E}">
        <p14:creationId xmlns:p14="http://schemas.microsoft.com/office/powerpoint/2010/main" val="20954434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E25830-7D07-4CD7-9315-1E2838D2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d917375284cdd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D9392C-652A-447A-8E46-E068798A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снижение основных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B4A34-B64D-4E38-9382-2698E99A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AECF1-FCE4-40A5-ADA5-FA408214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DDB0E7-A8D6-4006-8C43-88E5FFD6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799621-902D-413E-B786-9D3E170F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6958B-5E49-4EF4-BCE7-1E76E245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B70A45-13A2-4D14-92CD-70A732EE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FD037E-8532-4BF1-BE06-2E359646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3"/>
                </a:solidFill>
              </a:defRPr>
            </a:pPr>
            <a:r>
              <a:rPr sz="900" b="1">
                <a:solidFill>
                  <a:srgbClr val="B20003"/>
                </a:solidFill>
              </a:rPr>
              <a:t>{{REC_3_LEVEL}}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994422-8C36-45D3-A1E7-E2AC3AAF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3"/>
                </a:solidFill>
              </a:defRPr>
            </a:pPr>
            <a:r>
              <a:rPr sz="2550" b="1">
                <a:solidFill>
                  <a:srgbClr val="B20003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B0E717-309A-4D22-959D-2E293E10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{{REC_3_TITLE}}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D8D14-E92F-408A-A648-B08A9BD8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D71DED-AE36-4744-AAB3-A739E36F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{{REC_3_EVIDENCE}}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5E47A5-D82D-45C3-90C2-1D2A1520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CD4981-C566-442B-8D8F-4B63DF90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{{REC_3_ACTION}}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75716-96EB-4D33-934F-526A2C2E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4CCE45-3808-416D-A820-40DF7BF4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12556D-E49D-4407-B3FB-54D31AA6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{{REC_3_SOLUTION}} · {{REC_3_VENDORS}}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F80EFF-3B5B-4FD8-B013-69EE8B6C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E01EA0-450B-4165-857C-531B8CC9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{{REC_3_LEGAL}}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F8F911-F8F9-4E99-A790-FED47D0C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66015-4156-4E9C-BC85-AB57B59D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{{REC_3_METRIC}}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83DE09-A31B-413E-9D50-D10D6A25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C0981F-CF7A-42D5-8526-FB8DD6B05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ADFC5E-95F1-4796-9B48-686DF1D5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4"/>
                </a:solidFill>
              </a:defRPr>
            </a:pPr>
            <a:r>
              <a:rPr sz="900" b="1">
                <a:solidFill>
                  <a:srgbClr val="B20004"/>
                </a:solidFill>
              </a:rPr>
              <a:t>{{REC_4_LEVEL}}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480D58-D6A7-4AEF-938A-874CA397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4"/>
                </a:solidFill>
              </a:defRPr>
            </a:pPr>
            <a:r>
              <a:rPr sz="2550" b="1">
                <a:solidFill>
                  <a:srgbClr val="B20004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8586DE-9B4E-4C61-8EC6-2C7376F9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{{REC_4_TITLE}}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2EA4F9-05CF-4C7F-B683-EA9B9E8B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1077AF-E536-4FDF-9259-833ED3C4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{{REC_4_EVIDENCE}}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553EF9-C234-4BB3-A8CD-95AEE492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75FC94-D683-4D91-9936-32AA8D66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{{REC_4_ACTION}}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36BE16-E274-4499-911B-D73F501B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43A61B-932C-4859-852D-75EEAF6B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10AA60-ECC1-459A-974D-4DCF07B5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{{REC_4_SOLUTION}} · {{REC_4_VENDORS}}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89E91C-70CC-4567-9253-CB7DF27D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81AC66-E341-483A-B553-930B7493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{{REC_4_LEGAL}}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6F3251-549A-4A3E-9AD4-FE94D5E1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3E2218-CACE-4370-8BE7-C5517AE0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{{REC_4_METRIC}}</a:t>
            </a:r>
          </a:p>
        </p:txBody>
      </p:sp>
    </p:spTree>
    <p:extLst>
      <p:ext uri="{BB962C8B-B14F-4D97-AF65-F5344CB8AC3E}">
        <p14:creationId xmlns:p14="http://schemas.microsoft.com/office/powerpoint/2010/main" val="1957316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55A38B-28EE-49CE-A9F6-84272DE5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c4989f9dfb486e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D9F81-973C-4B8A-916C-7CC3B0EE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устойчивость ИТ и ИБ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7C4C5-B6FC-4EBB-8DF7-93E24F20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26867-2249-4792-B2C1-94BDC0A7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E96583-D8D9-4F9F-BE7E-43A48FCC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F8AF55-2A63-4627-AD72-D3F10F54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42ACF8-54FD-450C-8777-58CEF6C6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44ACB-890F-4BB0-BA20-49D65BA9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2B496F-E242-40E8-9648-010D50F9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5"/>
                </a:solidFill>
              </a:defRPr>
            </a:pPr>
            <a:r>
              <a:rPr sz="900" b="1">
                <a:solidFill>
                  <a:srgbClr val="B20005"/>
                </a:solidFill>
              </a:rPr>
              <a:t>{{REC_5_LEVEL}}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AA1EEB-D237-4C48-8D24-262B310D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5"/>
                </a:solidFill>
              </a:defRPr>
            </a:pPr>
            <a:r>
              <a:rPr sz="2550" b="1">
                <a:solidFill>
                  <a:srgbClr val="B20005"/>
                </a:solidFill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F0C22D-58F5-4481-AB5B-5148215C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{{REC_5_TITLE}}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4B617C-1FA1-4271-B8AF-B3586E26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75BA0-90D7-4A1F-B4FB-72AA6B68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{{REC_5_EVIDENCE}}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FB0A2B-9E65-44C4-9004-4042BE04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76C0CB-4E22-431A-8AE0-5C908871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{{REC_5_ACTION}}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81A2FD-A50F-48F2-98C5-03751CB0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20AC23-5B5F-404E-8270-A7AD6DB8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BD1026-D7CC-4BCF-940A-BC5E7B22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{{REC_5_SOLUTION}} · {{REC_5_VENDORS}}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20D957-C178-41C3-86CE-CB458E81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17A407-24F3-400E-8740-E4E23B28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{{REC_5_LEGAL}}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AADCD6-1BD4-44F6-8D3E-F13C3A7E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3FEFBD-2238-43E8-A637-1CD4647E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{{REC_5_METRIC}}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505EB0-2E72-46D1-AD2F-1E4F597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EB7BF5-FCF3-4F41-8AC3-571B1FA3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882AFF-5F66-4C9C-B63B-2E355634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6"/>
                </a:solidFill>
              </a:defRPr>
            </a:pPr>
            <a:r>
              <a:rPr sz="900" b="1">
                <a:solidFill>
                  <a:srgbClr val="B20006"/>
                </a:solidFill>
              </a:rPr>
              <a:t>{{REC_6_LEVEL}}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F0AECA-7136-4847-97E4-52465D71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6"/>
                </a:solidFill>
              </a:defRPr>
            </a:pPr>
            <a:r>
              <a:rPr sz="2550" b="1">
                <a:solidFill>
                  <a:srgbClr val="B20006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621691-A463-4EE6-BB15-81FCD650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{{REC_6_TITLE}}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A26B97-A088-4B07-A57C-197CE9A3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36A23E-A429-4EF8-B3F4-E5EC62BE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{{REC_6_EVIDENCE}}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B1AD8A-D60F-4130-B223-121E2462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DD5134-D980-4E09-9091-3C1D2AB5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{{REC_6_ACTION}}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08B7FE-D32A-49F5-85F5-3E8ABD27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095325-12D4-4B6C-B278-CF50E682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4C6D2F-EA34-425C-8A41-7931A704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{{REC_6_SOLUTION}} · {{REC_6_VENDORS}}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00E657-87CD-4F02-A2C6-FF73D4EE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5DA888-FE47-4EEA-99A4-0C3DB37D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{{REC_6_LEGAL}}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083A64-38B2-48A7-B5D1-8B69D3C5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7D5306-A516-423F-A107-DE51A9BF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{{REC_6_METRIC}}</a:t>
            </a:r>
          </a:p>
        </p:txBody>
      </p:sp>
    </p:spTree>
    <p:extLst>
      <p:ext uri="{BB962C8B-B14F-4D97-AF65-F5344CB8AC3E}">
        <p14:creationId xmlns:p14="http://schemas.microsoft.com/office/powerpoint/2010/main" val="3481335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E815F0-9D79-4287-AF8E-576912EB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a47107fac48cf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2B0C50-CF93-4E46-9594-650BDB8B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следующий уровень зрелости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A6538-772F-4F34-A246-1CC3DA88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C86CD-2BD8-4B85-A375-A9E41C3F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EDE0B-96B0-4AFA-83DF-5AE088DA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686FC-D80F-4E32-971F-E38CF9A6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23B90E-1805-4099-A9D3-71C0D641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106CED-93D2-4035-B2F2-CF4655D9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75E5F8-5547-4AD6-AF23-8BD71817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7"/>
                </a:solidFill>
              </a:defRPr>
            </a:pPr>
            <a:r>
              <a:rPr sz="900" b="1">
                <a:solidFill>
                  <a:srgbClr val="B20007"/>
                </a:solidFill>
              </a:rPr>
              <a:t>{{REC_7_LEVEL}}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046031-7D09-4923-9D3D-69B1C15C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7"/>
                </a:solidFill>
              </a:defRPr>
            </a:pPr>
            <a:r>
              <a:rPr sz="2550" b="1">
                <a:solidFill>
                  <a:srgbClr val="B20007"/>
                </a:solidFill>
              </a:rPr>
              <a:t>07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D5CAB5-102B-463A-8EDA-80D80171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{{REC_7_TITLE}}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F416F-8F72-4FE6-A786-81EDE70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B4CC25-FFEF-42A3-BCDA-1D06F7DA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{{REC_7_EVIDENCE}}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A68EC4-CA64-4913-B7A5-4471EB0F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9B4D37-809A-42E5-B6D9-492125DE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{{REC_7_ACTION}}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643E49-D799-4238-9568-A398F683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83502F-5A62-41AB-BBA2-D7098A43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D04371-CBCD-40E3-8852-B8148323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{{REC_7_SOLUTION}} · {{REC_7_VENDORS}}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BED31-71AD-477E-8201-06DEDB70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5B5C8F-FD1A-4732-AD48-CF7B04D3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{{REC_7_LEGAL}}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BD17E4-3CEE-4BC4-9780-8687086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57A3ED-7822-4797-9016-4C857B3D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{{REC_7_METRIC}}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973487-D1A7-4BB5-91AC-685ED92A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58A561-699D-4F41-AF11-3DD38688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D49790-DBFB-4E10-8E08-F5022721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8"/>
                </a:solidFill>
              </a:defRPr>
            </a:pPr>
            <a:r>
              <a:rPr sz="900" b="1">
                <a:solidFill>
                  <a:srgbClr val="B20008"/>
                </a:solidFill>
              </a:rPr>
              <a:t>{{REC_8_LEVEL}}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CFCC61-DBE8-40E2-A336-21528ADE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8"/>
                </a:solidFill>
              </a:defRPr>
            </a:pPr>
            <a:r>
              <a:rPr sz="2550" b="1">
                <a:solidFill>
                  <a:srgbClr val="B20008"/>
                </a:solidFill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F9D280-FEB6-4163-9B00-80DBC277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{{REC_8_TITLE}}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2D6483-4DBC-4479-BAEC-DBC591A6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Факт анкеты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495196-DDC5-4DC5-A646-3D02D889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{{REC_8_EVIDENCE}}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C6B3FB-0924-4DAC-9658-82EB0E56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D174FC-3180-4AAA-81C7-B266AC60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{{REC_8_ACTION}}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6D32C4-733A-49DE-B575-741E7148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C6343E-C4FB-4736-8732-58501236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6B8AE2-6F55-47B3-AF50-D4C497D9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{{REC_8_SOLUTION}} · {{REC_8_VENDORS}}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8FD525-FE27-4ABE-A0E2-ADAFD275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FDCCC0-5A74-4684-AD7B-975B3A9F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{{REC_8_LEGAL}}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B858-CA8B-4C36-A2E0-7381DE76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DD7193-D4B7-46A1-98B0-451542F0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{{REC_8_METRIC}}</a:t>
            </a:r>
          </a:p>
        </p:txBody>
      </p:sp>
    </p:spTree>
    <p:extLst>
      <p:ext uri="{BB962C8B-B14F-4D97-AF65-F5344CB8AC3E}">
        <p14:creationId xmlns:p14="http://schemas.microsoft.com/office/powerpoint/2010/main" val="21918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E0D1D1-6798-49AB-A54C-5E5E268F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fdd6d228ae4b77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5FA91-395C-4966-B342-725F9CAF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36863F-EFB9-4666-AA2A-915B8AEC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09739E-9720-4062-809A-819F2C77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3C60D6-492C-49E9-84ED-DDFEA002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A1C7C-ACED-4236-84E1-0DBC0BCF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5DBC2E-A19C-425D-BFB7-226F51AF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64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780"/>
                </a:solidFill>
              </a:defRPr>
            </a:pPr>
            <a:r>
              <a:rPr sz="1350">
                <a:solidFill>
                  <a:srgbClr val="596780"/>
                </a:solidFill>
              </a:rPr>
              <a:t>Каждый этап заканчивается проверяемым результатом, а не только перечнем задач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D88059-64FC-4506-81FD-9F13AAED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5265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EFAA10-A689-4AB9-AB0A-34169468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9A88AB-8469-4DAF-8E08-EBD940DC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1A4782-9CF8-4671-89B2-CD7A056E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842C2-9578-4BBC-999A-974519E3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ПРИОРИТЕТЫ И БЫСТРЫЕ МЕРЫ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BC0948-F4D5-4A67-BE71-22A807B1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5FA225-1EF1-4D7B-8105-50C9636D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26532F-0796-4F0B-A012-19E2A1FB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3BC3CB-5D65-4754-A0F2-398CE06A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0F6D29-C940-401F-A4ED-EC35D069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4206DE-9B5F-41A6-99E1-7F839646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2048A8"/>
                </a:solidFill>
              </a:defRPr>
            </a:pPr>
            <a:r>
              <a:rPr sz="750" b="1">
                <a:solidFill>
                  <a:srgbClr val="2048A8"/>
                </a:solidFill>
              </a:rPr>
              <a:t>РЕЗУЛЬТАТ ЭТАПА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F907A0-676E-4823-83E2-B1FC070E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{{ROADMAP_1_RESULT}}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6E56B9-3DA0-464E-B481-3FEF8EDF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6289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2990B9-3F3E-4E86-8DC5-FB355855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31–60 дней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F1B520-7C4B-46D8-858B-0C044AB6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F83F94-FB05-4676-95DA-394F2B09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23D29E-A047-4564-A04A-2F2EAEFE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ПИЛОТЫ И РЕГЛАМЕНТЫ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0D8532-B829-45D3-B203-05350728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D8B503-04D1-41AC-A76F-BE9979B9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26B4F1-A221-4810-B0CB-D1CE2BAE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301F01-418C-42E0-A963-4FE87958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A91640-56B1-4B44-A589-26B1B817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D34FD7-3C92-48E6-B1E0-2F5228510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2048A8"/>
                </a:solidFill>
              </a:defRPr>
            </a:pPr>
            <a:r>
              <a:rPr sz="750" b="1">
                <a:solidFill>
                  <a:srgbClr val="2048A8"/>
                </a:solidFill>
              </a:rPr>
              <a:t>РЕЗУЛЬТАТ ЭТАПА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D7810F-CADA-4B35-9748-CD03D952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{{ROADMAP_2_RESULT}}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5B9BC3-6F1D-4BA8-ADB4-68BCDA8F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6289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FDEAA1-151B-4973-867E-8C5C308E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61–90 дней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2C6F1D-057C-48B5-8520-D4150B84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67263D-99C8-4B34-AEE0-86938C52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F61EA6-6A2F-420A-B864-428EA9CB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МАСШТАБИРОВАНИЕ И КОНТРОЛЬ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88EA41-0A20-4C9C-A24D-046682C4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416BD1-F255-46B6-BFC4-7E807FFD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0EBDA5A-2A10-4414-B082-85E486CC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51A0FE-BDC0-490C-A95B-019C3D15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{{ROADMAP_3_2}}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4600E6-3735-468A-9784-E717F83F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760FE4-4482-4A3A-9B11-72A77DA2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2048A8"/>
                </a:solidFill>
              </a:defRPr>
            </a:pPr>
            <a:r>
              <a:rPr sz="750" b="1">
                <a:solidFill>
                  <a:srgbClr val="2048A8"/>
                </a:solidFill>
              </a:rPr>
              <a:t>РЕЗУЛЬТАТ ЭТАПА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00F1E1-8D15-4EC0-94A3-7389DC01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{{ROADMAP_3_RESULT}}</a:t>
            </a:r>
          </a:p>
        </p:txBody>
      </p:sp>
    </p:spTree>
    <p:extLst>
      <p:ext uri="{BB962C8B-B14F-4D97-AF65-F5344CB8AC3E}">
        <p14:creationId xmlns:p14="http://schemas.microsoft.com/office/powerpoint/2010/main" val="5537816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43976F-DA66-4911-BA4E-F49783D8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c52fe94cc411d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6534F6-39AF-4499-A953-D9D73DA4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Команда для реализации изменений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C9F05-8607-46E6-9230-F967E37A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08BC8-2D48-4F75-864E-23DBA053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D57966-0041-4C68-AFA4-47B7B542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19694-3965-42E9-BDC4-C1D44327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828209-767E-45C8-B0CE-CB73C152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02A63"/>
                </a:solidFill>
              </a:defRPr>
            </a:pPr>
            <a:r>
              <a:rPr sz="2025" b="1">
                <a:solidFill>
                  <a:srgbClr val="102A63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279D2F-4A5E-4D37-992E-33A2B88F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780"/>
                </a:solidFill>
              </a:defRPr>
            </a:pPr>
            <a:r>
              <a:rPr sz="1350">
                <a:solidFill>
                  <a:srgbClr val="596780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65DA6F-06CE-4353-B7F5-49C80BEE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048A8"/>
                </a:solidFill>
              </a:defRPr>
            </a:pPr>
            <a:r>
              <a:rPr sz="1650" b="1">
                <a:solidFill>
                  <a:srgbClr val="2048A8"/>
                </a:solidFill>
              </a:rPr>
              <a:t>От оценки и проектирования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C5C97-BDFA-4BAC-A2CA-44BBE3BF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CF47C-1470-44EB-8B88-6A1AC0E3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7098F-76AD-45FE-B3E0-A8196BCC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6C2328-0AD8-4E17-A8BA-661249B6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08F205-7066-4C84-A351-09486FC5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6F0A58-EEFE-4F0A-8D5E-F6056643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B9AF01-43DC-4C87-8B28-F5F013A8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4953000" cy="4438650"/>
          </a:xfrm>
          <a:prstGeom xmlns:a="http://schemas.openxmlformats.org/drawingml/2006/main" prst="roundRect">
            <a:avLst>
              <a:gd name="adj" fmla="val 171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A910AE-3314-4094-A7C7-97BB7DBE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A63"/>
                </a:solidFill>
              </a:defRPr>
            </a:pPr>
            <a:r>
              <a:rPr sz="1725" b="1">
                <a:solidFill>
                  <a:srgbClr val="102A63"/>
                </a:solidFill>
              </a:rPr>
              <a:t>Компетенции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EE72A7-220D-4AA7-9AF7-4938BA56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EB3D57-A64D-41D5-B910-6A46F74A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336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Аудит и 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1CCCB2-D6D5-43FF-B5E8-F5535644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028586-B503-42EC-A351-DC3DFE33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146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Сетевая и серверная инфраструктура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FF552E-A9F1-4604-AEC6-6FD04D20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3AF608-F796-46E0-BDB3-379B0B8D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957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Автоматизация и цифровые решения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028952-859C-4AA0-AC04-8E1B8814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F1AB0D-0682-4AB3-91E2-1B9D52E3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767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Внедрение, поддержка и передача знаний</a:t>
            </a:r>
          </a:p>
        </p:txBody>
      </p:sp>
    </p:spTree>
    <p:extLst>
      <p:ext uri="{BB962C8B-B14F-4D97-AF65-F5344CB8AC3E}">
        <p14:creationId xmlns:p14="http://schemas.microsoft.com/office/powerpoint/2010/main" val="7689648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B0528-D0C2-4564-851C-CA64C627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20e962551438f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FBCAAD-6D55-461F-B355-D612FCFE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81652-FD0F-404A-B2F4-66E95239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18D4F-6552-4432-8EA9-09A7B3C3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BD9BD0-1F86-463F-B3CD-A83F68F8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7F1D4-83F7-4A28-AE4B-EF21653C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24FBF-4B47-43E0-A87E-462931BA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D24EB6-23FA-4899-99D7-78F7F49C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80C841-7197-4877-9CE6-82D42009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EA58C-B88A-4F29-9CEB-7821811F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3E13BB-4643-4EAF-9AA3-B4F75598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C14D39-237C-4CA2-BF33-702E2039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31A031-3AA4-429E-B110-B8C8C8F0C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78FF31-0DE7-4B82-B81B-8929BCFC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48B899-FB4B-431A-8E55-8E52FD66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1502C0-84F8-4CEF-A876-8FF9C112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D70565-8352-4B3A-8052-950999A6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1E3C5A-FE0C-4CBA-9449-91EAC527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CCFAA1-FBFB-47FB-92FD-DC150D8B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99BADB-0F63-47F1-8ABE-791680DB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c993dbf016411f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1E8352-EB53-4FEB-8956-4A5EE7AC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39AB08-67BA-4129-A302-D267ECB9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50944C-6FEF-43A3-867B-B96792DC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13777650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2026-07-17T14:14:57.2940000Z</dcterms:created>
  <dcterms:modified xsi:type="dcterms:W3CDTF">2026-07-17T14:14:57.2940000Z</dcterms:modified>
</coreProperties>
</file>