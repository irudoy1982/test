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045248def44861" /><Relationship Type="http://schemas.openxmlformats.org/officeDocument/2006/relationships/extended-properties" Target="/docProps/app.xml" Id="R3f1b9516f0a042e2" /><Relationship Type="http://schemas.openxmlformats.org/officeDocument/2006/relationships/officeDocument" Target="/ppt/presentation.xml" Id="Ra79bccc1ed5944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77fb96f4d84eec"/>
  </p:sldMasterIdLst>
  <p:notesMasterIdLst>
    <p:notesMasterId xmlns:r="http://schemas.openxmlformats.org/officeDocument/2006/relationships" r:id="Rff7124723e2f4799"/>
  </p:notesMasterIdLst>
  <p:sldIdLst>
    <p:sldId xmlns:r="http://schemas.openxmlformats.org/officeDocument/2006/relationships" id="256" r:id="R68bd021c9c074a0a"/>
    <p:sldId xmlns:r="http://schemas.openxmlformats.org/officeDocument/2006/relationships" id="257" r:id="R77ae97ec054c4097"/>
    <p:sldId xmlns:r="http://schemas.openxmlformats.org/officeDocument/2006/relationships" id="258" r:id="Rd4f0fcab170f4a78"/>
    <p:sldId xmlns:r="http://schemas.openxmlformats.org/officeDocument/2006/relationships" id="259" r:id="Rdc939f6f97174e8c"/>
    <p:sldId xmlns:r="http://schemas.openxmlformats.org/officeDocument/2006/relationships" id="260" r:id="Rd5be1132e9144d8c"/>
    <p:sldId xmlns:r="http://schemas.openxmlformats.org/officeDocument/2006/relationships" id="261" r:id="R821dcab061a44fb4"/>
    <p:sldId xmlns:r="http://schemas.openxmlformats.org/officeDocument/2006/relationships" id="262" r:id="Re8df43ba1b4e4a8f"/>
    <p:sldId xmlns:r="http://schemas.openxmlformats.org/officeDocument/2006/relationships" id="263" r:id="R91f4723ae5f548ff"/>
    <p:sldId xmlns:r="http://schemas.openxmlformats.org/officeDocument/2006/relationships" id="264" r:id="R1ef48469a1134a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0c4bdbe4754aab" /><Relationship Type="http://schemas.openxmlformats.org/officeDocument/2006/relationships/slideMaster" Target="/ppt/slideMasters/slideMaster1.xml" Id="Ra677fb96f4d84eec" /><Relationship Type="http://schemas.openxmlformats.org/officeDocument/2006/relationships/notesMaster" Target="/ppt/notesMasters/notesMaster1.xml" Id="Rff7124723e2f4799" /><Relationship Type="http://schemas.openxmlformats.org/officeDocument/2006/relationships/presProps" Target="/ppt/presProps.xml" Id="R372d13bfdbb2417d" /><Relationship Type="http://schemas.openxmlformats.org/officeDocument/2006/relationships/tableStyles" Target="/ppt/tableStyles.xml" Id="Ra838e803e4fc4ff1" /><Relationship Type="http://schemas.openxmlformats.org/officeDocument/2006/relationships/slide" Target="/ppt/slides/slide1.xml" Id="R68bd021c9c074a0a" /><Relationship Type="http://schemas.openxmlformats.org/officeDocument/2006/relationships/slide" Target="/ppt/slides/slide2.xml" Id="R77ae97ec054c4097" /><Relationship Type="http://schemas.openxmlformats.org/officeDocument/2006/relationships/slide" Target="/ppt/slides/slide3.xml" Id="Rd4f0fcab170f4a78" /><Relationship Type="http://schemas.openxmlformats.org/officeDocument/2006/relationships/slide" Target="/ppt/slides/slide4.xml" Id="Rdc939f6f97174e8c" /><Relationship Type="http://schemas.openxmlformats.org/officeDocument/2006/relationships/slide" Target="/ppt/slides/slide5.xml" Id="Rd5be1132e9144d8c" /><Relationship Type="http://schemas.openxmlformats.org/officeDocument/2006/relationships/slide" Target="/ppt/slides/slide6.xml" Id="R821dcab061a44fb4" /><Relationship Type="http://schemas.openxmlformats.org/officeDocument/2006/relationships/slide" Target="/ppt/slides/slide7.xml" Id="Re8df43ba1b4e4a8f" /><Relationship Type="http://schemas.openxmlformats.org/officeDocument/2006/relationships/slide" Target="/ppt/slides/slide8.xml" Id="R91f4723ae5f548ff" /><Relationship Type="http://schemas.openxmlformats.org/officeDocument/2006/relationships/slide" Target="/ppt/slides/slide9.xml" Id="R1ef48469a1134a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8366bd506e41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a83741587947fc" /><Relationship Type="http://schemas.openxmlformats.org/officeDocument/2006/relationships/notesMaster" Target="/ppt/notesMasters/notesMaster1.xml" Id="Re2825048dbf242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a6f7c5437f4873" /><Relationship Type="http://schemas.openxmlformats.org/officeDocument/2006/relationships/notesMaster" Target="/ppt/notesMasters/notesMaster1.xml" Id="R04679bac247f4e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0e21a01ffa4942" /><Relationship Type="http://schemas.openxmlformats.org/officeDocument/2006/relationships/notesMaster" Target="/ppt/notesMasters/notesMaster1.xml" Id="R2e35c6c72c1c46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a040b11e584d54" /><Relationship Type="http://schemas.openxmlformats.org/officeDocument/2006/relationships/notesMaster" Target="/ppt/notesMasters/notesMaster1.xml" Id="Rb52f88a80e1741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3ff8932ce541b1" /><Relationship Type="http://schemas.openxmlformats.org/officeDocument/2006/relationships/notesMaster" Target="/ppt/notesMasters/notesMaster1.xml" Id="R1d359b71bdbf40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11ba5d8f2c4a54" /><Relationship Type="http://schemas.openxmlformats.org/officeDocument/2006/relationships/notesMaster" Target="/ppt/notesMasters/notesMaster1.xml" Id="R1a5d7a0a771547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b8f1bf7c8140d4" /><Relationship Type="http://schemas.openxmlformats.org/officeDocument/2006/relationships/notesMaster" Target="/ppt/notesMasters/notesMaster1.xml" Id="Re0b68b9058854c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f572dc76474528" /><Relationship Type="http://schemas.openxmlformats.org/officeDocument/2006/relationships/notesMaster" Target="/ppt/notesMasters/notesMaster1.xml" Id="Rd9974ab461834e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be022b127d4f90" /><Relationship Type="http://schemas.openxmlformats.org/officeDocument/2006/relationships/notesMaster" Target="/ppt/notesMasters/notesMaster1.xml" Id="Raba6aaeb4e5e4e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b68afcb4542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54bb1da5f94782" /><Relationship Type="http://schemas.openxmlformats.org/officeDocument/2006/relationships/slideLayout" Target="/ppt/slideLayouts/slideLayout1.xml" Id="R805ff24632c94b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5ff24632c94b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d27a6a1b64588" /><Relationship Type="http://schemas.openxmlformats.org/officeDocument/2006/relationships/image" Target="/ppt/media/image.png" Id="R5cf247ef377545ca" /><Relationship Type="http://schemas.openxmlformats.org/officeDocument/2006/relationships/image" Target="/ppt/media/image2.png" Id="R302f0661e77c4e12" /><Relationship Type="http://schemas.openxmlformats.org/officeDocument/2006/relationships/notesSlide" Target="/ppt/notesSlides/notesSlide1.xml" Id="R5400d0662e5146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aeb26003b4e71" /><Relationship Type="http://schemas.openxmlformats.org/officeDocument/2006/relationships/image" Target="/ppt/media/image3.png" Id="R3b7f639393fc425a" /><Relationship Type="http://schemas.openxmlformats.org/officeDocument/2006/relationships/notesSlide" Target="/ppt/notesSlides/notesSlide2.xml" Id="R89f413ed5e5243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9baec8aad4380" /><Relationship Type="http://schemas.openxmlformats.org/officeDocument/2006/relationships/image" Target="/ppt/media/image4.png" Id="Rd69feda7fd6943ec" /><Relationship Type="http://schemas.openxmlformats.org/officeDocument/2006/relationships/notesSlide" Target="/ppt/notesSlides/notesSlide3.xml" Id="R07da55381ef343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6fb1717dc411b" /><Relationship Type="http://schemas.openxmlformats.org/officeDocument/2006/relationships/image" Target="/ppt/media/image5.png" Id="R86c6408cb75e4985" /><Relationship Type="http://schemas.openxmlformats.org/officeDocument/2006/relationships/notesSlide" Target="/ppt/notesSlides/notesSlide4.xml" Id="R99e119cf0c074d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94f67874942b2" /><Relationship Type="http://schemas.openxmlformats.org/officeDocument/2006/relationships/image" Target="/ppt/media/image6.png" Id="R9ff71eef40114adf" /><Relationship Type="http://schemas.openxmlformats.org/officeDocument/2006/relationships/notesSlide" Target="/ppt/notesSlides/notesSlide5.xml" Id="R874cbb82981343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6842653584528" /><Relationship Type="http://schemas.openxmlformats.org/officeDocument/2006/relationships/image" Target="/ppt/media/image7.png" Id="R814df443ed7a43c0" /><Relationship Type="http://schemas.openxmlformats.org/officeDocument/2006/relationships/notesSlide" Target="/ppt/notesSlides/notesSlide6.xml" Id="R393a5b7cdda54d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814a181d047dd" /><Relationship Type="http://schemas.openxmlformats.org/officeDocument/2006/relationships/image" Target="/ppt/media/image8.png" Id="Rd9db00bc8c70410a" /><Relationship Type="http://schemas.openxmlformats.org/officeDocument/2006/relationships/notesSlide" Target="/ppt/notesSlides/notesSlide7.xml" Id="R3801b1eb04e941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0ffbe4ee04ae8" /><Relationship Type="http://schemas.openxmlformats.org/officeDocument/2006/relationships/image" Target="/ppt/media/image9.png" Id="R0fe7a1d7e63f4ddf" /><Relationship Type="http://schemas.openxmlformats.org/officeDocument/2006/relationships/notesSlide" Target="/ppt/notesSlides/notesSlide8.xml" Id="Rb61f6b638a8c40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60b62a1a54d1f" /><Relationship Type="http://schemas.openxmlformats.org/officeDocument/2006/relationships/image" Target="/ppt/media/image10.png" Id="Ra4dfd96a6168471f" /><Relationship Type="http://schemas.openxmlformats.org/officeDocument/2006/relationships/image" Target="/ppt/media/image11.png" Id="R19e367d88efe4dd0" /><Relationship Type="http://schemas.openxmlformats.org/officeDocument/2006/relationships/notesSlide" Target="/ppt/notesSlides/notesSlide9.xml" Id="Re07d7c563a7d42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7E633E-FECD-493A-B990-79DA7BC2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E1AD0-57C4-42F2-8AAB-C276BD01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247ef377545ca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798CA-A8E0-405E-A7C0-9A902A28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7EC194-7FEA-4969-B5AA-82CCEF57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BDD4E-FE07-4611-A647-5D5D5934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EFD9AB-F08A-4506-9D20-8BECB957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706B3-29B0-4FF1-AADA-005FD954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749E6-A2FB-4C38-898E-A11D4189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E3B77-806F-437F-8D29-DFED77D7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D1C58-8F37-43AF-AB60-1262F13F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15085-2508-41A5-ABE5-53CB18F8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932CA-0997-4A34-90E8-941DB4A1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f0661e77c4e12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3F608D-44B3-44BB-B535-C4D35F44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6E206-6981-4C96-9EE7-B9FB8612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7197180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DE08D0-525C-420E-8871-CB41416C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7f639393fc425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A76FE-02D7-4819-960C-E6CFCBEA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3682D9-3ECE-4B35-9983-822B317D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9F145-7D64-4458-B57D-5670F102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5396C-357D-4FC0-ADF7-6AADEEF1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7FC36A-D01D-48D9-9089-66ECBA45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B76D6-1808-4E29-915E-9FE35AC4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EDA58-3A30-4AC1-95DC-E5BF6459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B31A5-6B3B-4C2B-9E84-69A44BC8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BD25A-6720-42A8-88B8-AEF18621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FA38F2-ED4D-4586-BC9C-69484CDB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89E1AE-9132-4131-AD0C-81DF3D1E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2048A8"/>
                </a:solidFill>
              </a:defRPr>
            </a:pPr>
            <a:r>
              <a:rPr sz="2700" b="1">
                <a:solidFill>
                  <a:srgbClr val="2048A8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9A8BC-23A3-48FF-B228-B780C3EC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ИТ-проектов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6ADA22-4DCA-4798-96A3-2AE54947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BFAE1-3138-4826-9BE2-00214F94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E1ED08-30D1-4C19-B353-33EA015F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F68918-5884-4A7C-B5D2-69DAFCC9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5F5B2-B08C-443D-A148-E5EE6632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2753C-3BAE-4E7A-AF2D-CEF3AFF0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6175F-250F-4A94-84E9-75A3360A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468EAA-7034-490C-989E-22D480E3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3C6EF7-09CE-415E-9E93-C6C75764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AA35B5-F9F8-4AC0-A895-ED301E8A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AE7810-06A9-42EA-A700-96C239A0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2B4C97-7239-448F-8983-045C9A9B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1EDDD5-CFBA-4FA9-A197-67D942FC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697E01-B51C-45DD-8C50-502275E8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B4D951-5B94-45E7-9BC5-9F8FCC12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162806-3C25-4C29-A11B-62212FD6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303E68-9379-437C-89CD-624C18E4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5A2B8F-D73C-4F78-A73C-041B531C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B26118-4D14-467B-8094-645569EB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8134481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1D6E64-608E-4AFE-A247-5F75C72A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feda7fd6943e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7EF62-ED3D-4623-9377-62534231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5F893-252F-4A5F-A005-56C3A47A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853B1-DDB0-493F-81A4-16B860C9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878FC-CCBE-4C2B-B2AD-D3640DD0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A6BA6-E05C-4925-88BC-7734AD2F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9804A-ED5F-443E-950D-63998CEF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4F9E1-FAC3-453C-AF65-A3156B1A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3A6F7-818B-469B-907D-A9A9FCD6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AB61FB-B52B-4F6F-9945-6679B2F2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48DDB-4657-4AA8-B123-1DD3E0CD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39BD5-0DA7-48E4-A6AB-90D59403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C63F8A-FE3A-43EF-BDC1-F97F168E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A7983-BE2C-4D78-8BF6-DE80EED9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AFF33-EF11-439E-B4B3-475D8CF8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8C559B-0890-4D5C-9D2E-772B1BB8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BCFE9-16D9-4DA3-89F0-BF77CB8F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33183-991E-48EB-BA51-DF3714D0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6197905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81270B-2F8B-4360-8272-8E656953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6408cb75e4985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6BB26-0D9A-43D1-AA44-D51E315D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FD7CC-A67C-4979-BE84-E41C18F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69065-8836-4BA2-B975-5147CE91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D69761-CF64-412B-9D81-1A7CC912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6965A-9BA4-47B6-AD8C-D9F30D2F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1C610-9E71-48B9-A384-67E29DCC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E7E47-D393-45C9-9B1E-C5AA88BF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E0111-B702-42CE-86DF-5DE63826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9876C-46F3-4C04-A68B-45ED3550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13A14-9D02-4C60-840F-AC0F59A7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01F3F-C3A4-4C96-8935-D1FC025F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C199D8-E5E1-4703-9AC2-1890A87B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50AB77-F8F9-447B-AE62-0B4B89D9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8E5812-35FE-4DF8-A779-4F8C3FF5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D54E86-CBB4-41B3-A3CC-05A28028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8DA4D9-E368-44C2-AD43-F8895BEC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BAB27-837E-43F8-9FDF-FA04EC1F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51DD97-AF39-4FD3-A673-427AED88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5721AA-0AED-4F0D-A665-B7546897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F7E3C9-34CC-4096-92DF-EE2D8CB6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AC026C-244B-4187-9B90-519CA882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DA643A-DEE3-41D6-98E6-1DB69A36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98BAA0-B8E3-4174-9834-90B04BF6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F525C7-D957-4E87-B5E2-0CB63ED8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77756F-4734-4A96-B040-3961CDD6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50CC48-FCF2-43A9-8821-449DAEE0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AEF66A-C1F2-4A36-AD51-D59B17CB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FDC7F5-F6EB-414E-98A6-81FB6C69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F05BEE-2321-42C1-8150-74937462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5323430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AC9A0E-2682-426D-B560-A520DD5D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71eef40114ad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DF7EC-D8ED-4286-B4EE-5CE34F82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5637F-83BA-4247-A7E7-D4DAE8B5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B97AF-68CB-470C-B61D-49EC1576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2352EA-DC8E-4250-86E7-BED2380D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87033-C9C4-4B31-A2AD-C8D98C02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6D595-313C-4F67-8EDA-9DBB2C3E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6383E-8684-4684-BBFE-0CF86CA3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3DD58-D29E-4403-A07F-6BA10CF9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048E2-C240-4CF7-94AD-54535BF2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8583F-E814-4E91-A0F3-03F5216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13C5D-3871-43D5-8292-240F8577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919460-861F-4DB9-A2B2-C5C51F79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DCB6B-E69F-48CC-9F97-D9A0292D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E3BFCD-518C-4DEF-ADEE-CD7A0765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C33FA8-7DF5-4735-8370-EA96A4E9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F8EF3B-EAB6-4435-BB40-BF57A64A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7C1598-7F03-45F7-81A9-8112976F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18C4B-3741-4694-A201-AF5D7FC8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22705-AB80-49F0-A2A2-2899901E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14C373-7D1A-4324-8636-51402C9F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195EF-BBDF-45E4-A563-67321F56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350DAD-D5A4-4C2C-9896-63B8773A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008DBE-CBC9-45FE-A2D3-BDA45062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EE6DD2-85AC-4A4C-BA91-CE00022F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56DA4-2934-43E1-B073-E937C09B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BFDBB5-85B5-4121-AB22-0FC49D92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078230-6AFA-494D-A549-042EB9BF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4AF1A3-BF64-45F5-8222-C4F49243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E8AF71-2981-4771-95CF-42B5FBD4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CCB569-C7EE-473D-A117-59712923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B2BEE3-50BD-4F1C-A0E0-AA06AE46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859288-F2A6-45D1-9288-B53BA482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7817857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2807D8-546F-4D65-AB08-655F1521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df443ed7a43c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85F69D-B4BE-4265-B618-DB0DD524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0442A-E2C6-4DD3-9FD4-D44DE706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4C730-83A3-41B3-A84E-C17C60C2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C8E47-4832-4893-A9B5-D88A2FC0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F3005-E3D0-44E1-AF9B-3E76A046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50E79-0672-4110-B64A-590F7821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06B3B1-B374-46D5-8DF6-36432F17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64B0F-966D-48A9-BAC6-375B38E8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15E32-5BEC-4A1F-A8DB-13DC5E29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615D5-3282-431C-B76B-30812A1D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65492-A95D-4BA1-ADF0-EBEA45E8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8A958C-1E2E-443F-A5C7-E650707D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28D5F-B728-478C-B879-464E7F28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A1FA2-95B4-415D-9EB3-E5C6EFE8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040F34-9BA9-4195-A844-1543FA5E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2998A-0729-40E5-95DC-5F54688C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EAB7FF-AC5D-4236-A5C0-0CCD8BD1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16907-C5DD-471D-8AFC-BE0AEB17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55749F-AF9E-4604-9C78-A875A3B8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F30C8E-78A6-4CD7-8DA4-7445D0E7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55096B-B4DF-4D1F-965B-6AA67312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B341EA-452C-4162-BBDE-E29F727F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1866DF-E07D-4BF4-B028-C407FAC4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C29A1-FCF5-4C1A-93B4-C2CCA789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C2768-A7BF-48B1-ACAC-61BAE202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C196B5-1CE6-45BD-99F3-0C516A48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AEE73A-D7B8-4511-8EDD-8763D91D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98D8CF-D013-4E53-A09E-21A8DDC4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016B18-9199-4485-98FA-D113DF84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9E01A9-B3CB-43CB-991A-EB8B5E5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FB5425-945B-4EB2-B0CD-D8CF675D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0E4878-EA87-4185-ACE5-AEC465E6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58C2A6-208C-4CB8-AB20-C8A0CC59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30677C-182B-4B0B-A649-16A78E81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4788C6-4E1F-4252-B853-6B3C19CC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7C7F51-F669-412E-9AAB-2081CAA5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86CDD1-91C0-493B-B9B6-A77D7A96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87E616-559E-4A28-821F-BD351EC6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54588B-B23A-4AA7-A2D9-3636B79E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66FA4B-42B4-4FCD-A500-C6363A92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2965D2-1CDA-454D-A3CC-63793348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7520087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EB9F8-2709-43FC-B364-4400ED0D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b00bc8c70410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E8578-10DB-4197-A5C6-39713107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24468-D3D5-4B67-872C-3794DBCC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0010F-D621-4D9C-8CFA-7999F50B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91212-1979-4376-8D45-1305B865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0FC72-F3E1-4425-893B-B048495D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3936C-CEAD-4A27-A7A0-8A7468D5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2BD424-FB38-4EF4-B906-24FB0EDF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26C3F7-4BBC-49CE-B4D6-7DA5CF82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BFD1B-60C8-4111-9072-B63AF3B4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63D79A-47FB-427E-B104-2BA62295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A3FEB-2D7B-4CBD-A684-6F630395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66929-9F06-4E8A-82DB-382A6EFC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6E3C5-7FCA-4024-A584-4E7EA967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D1E99-45F7-4DFB-ABB2-4B4C236F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FFAEA-5F3F-41D8-9DBA-8C586D98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360AAD-80EE-44AC-A854-3C0F00C1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59FE2D-41ED-4F1D-8A2D-D799F78F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93E02-840B-4C48-ACFD-D97956C8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B553D5-E942-44AA-9785-59C26500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692EC2-3A1E-42B7-959C-4804296A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881B94-BDBA-48D1-8133-409DB88E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1F3ECE-9D9B-41A8-9973-E1028A3D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2B1122-5FAD-4781-86A5-EEDC775E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64AAF7-D452-4002-880E-A9443B7C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A30FD7-EEA1-4C54-A7AE-6D6D13DA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5A8A9C-8FA1-4C46-BCAB-B3A9A4B9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6F7A26-9D8A-466F-A325-E92529E1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3FF71F-8CB5-472F-99DD-B34592BE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C9F545-3E65-4027-A83B-74714560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4A3644-1F91-43AF-B2F9-B7E84359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675591-00B0-407B-BF19-007D2C35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DBBAFA-CB53-4B79-AC2B-F76F4D4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D6F51F-CA01-4592-BA40-C5E02BF6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5B7208-D1FB-4AA5-AFD0-2D470DF8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82726E-C471-43B8-980E-CF5E056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2580AE-3DBD-4C54-BECC-C33D183E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F570DD-AE60-4596-970E-71D15104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5440C9-050B-4D01-B16A-794EA598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A0CE90-DB3F-4A98-9862-DA9FC21D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BEC9CB-D051-4007-8853-76844DA7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7BB68D-C63F-47C3-8B47-08702E39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2152125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B271D4-1729-40D5-A80D-8C9FFDC5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7a1d7e63f4dd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4C720-D970-48F6-A99F-7FBC71C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C77CB-ADD8-41DF-9A3D-F782FA79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F75CD-151E-4722-B915-CE7B5F7A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76667-CB9D-4D68-8822-64098E93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E1A19-5517-4999-B908-F60FE075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C895D3-8E50-4ADB-A39C-6B586305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B874ED-318A-4D11-AFA4-57F071F4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782511-C766-4818-A7F0-1A40B7D4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AC7E2E-9191-4DCA-B5A7-D4AC669C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E9506-2961-4750-96DA-0EA2BE24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67CE9-5722-4725-906E-3BF6B9FE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8846C-F28B-4A52-A3CA-0C5DACDE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AD3BAC-D1BA-49CA-9705-1111CDB8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1F412D-5C31-4EDB-BDEF-8A0B3183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1C61CA-7ECE-4613-897F-925DAF01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690959-D942-4362-B657-68715C48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94545-9BAC-4A3C-866E-700656D5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B82EDD-F09B-463B-A430-31247F79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90132F-3FB1-4D55-9063-77539D7A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B295D9-3DA6-470F-B42B-10162FB8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5C6F47-DBA2-4654-860E-0AFC3216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839084-6D23-42D8-A0F8-82A929A2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E39461-BA67-415F-A93E-DE65609C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78DBA5-CA8A-439B-BE10-6152A491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841292-21E6-4154-B12F-31663869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C69449-DD81-4326-AC87-7FB9524B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88A1AE-C161-43FC-9265-7023819E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E6DCEC-9C52-429F-8290-3E086962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647EB2-426A-440B-971C-A86384E0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420722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872B4-CAB7-4F37-B3C5-2678129F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fd96a6168471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2EC24-D477-48E3-A2FA-DAAD9054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DA06A-3021-4D33-A09C-4C5B4DB9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35968-40B9-43C7-B3C4-4808C65E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C99F3-08D7-4811-B87A-320BC8C5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66BD2-0AC0-4F58-BC42-F5BC4B1C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A9841-DA5F-4C4C-945C-DB785825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E58A0-91D7-404A-9C1A-E48DAB4F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48433-841D-4C8F-9154-A8813CB5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38F68-2F86-438E-9DD2-0AE4820E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044ED-A60B-496F-AAC1-63C298D6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0DB61-D438-4256-A88F-1459136C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6D387-0C2E-4224-8754-0E92D59B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33371-89D7-41AB-A8B0-0AA1EF57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CA677-4CEB-4913-A92C-0DE5A2EA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A9DD7F-1C9A-4AF4-B16E-34585263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1B5E5-B49E-4D13-9B85-9DD23349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E8DBBF-B82B-47D5-807A-D179CD74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F68FDD-7B0F-457F-9C8F-67E7788E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EB5591-C6DA-4510-8227-2DF8D3CB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367d88efe4dd0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5A8162-EFF8-4BB7-8BF3-CDE3407A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82FCA9-206C-4209-8EF5-208B4AF0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C9B736-7948-4D5C-9AE6-2423C978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5796726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2026-07-17T09:28:19.6540000Z</dcterms:created>
  <dcterms:modified xsi:type="dcterms:W3CDTF">2026-07-17T09:28:19.6540000Z</dcterms:modified>
</coreProperties>
</file>