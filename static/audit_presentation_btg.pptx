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608625d45b4dc8" /><Relationship Type="http://schemas.openxmlformats.org/officeDocument/2006/relationships/extended-properties" Target="/docProps/app.xml" Id="R264aa5545dac43b7" /><Relationship Type="http://schemas.openxmlformats.org/officeDocument/2006/relationships/officeDocument" Target="/ppt/presentation.xml" Id="Rbebd50a52f0747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13f0e079ec46d6"/>
  </p:sldMasterIdLst>
  <p:notesMasterIdLst>
    <p:notesMasterId xmlns:r="http://schemas.openxmlformats.org/officeDocument/2006/relationships" r:id="R414c5b04370a48d0"/>
  </p:notesMasterIdLst>
  <p:sldIdLst>
    <p:sldId xmlns:r="http://schemas.openxmlformats.org/officeDocument/2006/relationships" id="256" r:id="R05dcc123d95b45a4"/>
    <p:sldId xmlns:r="http://schemas.openxmlformats.org/officeDocument/2006/relationships" id="257" r:id="R3b1f9e15dafb4c7d"/>
    <p:sldId xmlns:r="http://schemas.openxmlformats.org/officeDocument/2006/relationships" id="258" r:id="R764a525c8d884473"/>
    <p:sldId xmlns:r="http://schemas.openxmlformats.org/officeDocument/2006/relationships" id="259" r:id="Rbe03c4a83a62435b"/>
    <p:sldId xmlns:r="http://schemas.openxmlformats.org/officeDocument/2006/relationships" id="260" r:id="Rb9a2449e5709425d"/>
    <p:sldId xmlns:r="http://schemas.openxmlformats.org/officeDocument/2006/relationships" id="261" r:id="R5a913a7bc4aa45bb"/>
    <p:sldId xmlns:r="http://schemas.openxmlformats.org/officeDocument/2006/relationships" id="262" r:id="Rb61447adc3404b42"/>
    <p:sldId xmlns:r="http://schemas.openxmlformats.org/officeDocument/2006/relationships" id="263" r:id="Rf1271a99de7b407f"/>
    <p:sldId xmlns:r="http://schemas.openxmlformats.org/officeDocument/2006/relationships" id="264" r:id="R9ae511bcaeed408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d862da290b40e0" /><Relationship Type="http://schemas.openxmlformats.org/officeDocument/2006/relationships/slideMaster" Target="/ppt/slideMasters/slideMaster1.xml" Id="Rbb13f0e079ec46d6" /><Relationship Type="http://schemas.openxmlformats.org/officeDocument/2006/relationships/notesMaster" Target="/ppt/notesMasters/notesMaster1.xml" Id="R414c5b04370a48d0" /><Relationship Type="http://schemas.openxmlformats.org/officeDocument/2006/relationships/presProps" Target="/ppt/presProps.xml" Id="Ref1e8cc045464305" /><Relationship Type="http://schemas.openxmlformats.org/officeDocument/2006/relationships/tableStyles" Target="/ppt/tableStyles.xml" Id="R2879f8bc458f478b" /><Relationship Type="http://schemas.openxmlformats.org/officeDocument/2006/relationships/slide" Target="/ppt/slides/slide1.xml" Id="R05dcc123d95b45a4" /><Relationship Type="http://schemas.openxmlformats.org/officeDocument/2006/relationships/slide" Target="/ppt/slides/slide2.xml" Id="R3b1f9e15dafb4c7d" /><Relationship Type="http://schemas.openxmlformats.org/officeDocument/2006/relationships/slide" Target="/ppt/slides/slide3.xml" Id="R764a525c8d884473" /><Relationship Type="http://schemas.openxmlformats.org/officeDocument/2006/relationships/slide" Target="/ppt/slides/slide4.xml" Id="Rbe03c4a83a62435b" /><Relationship Type="http://schemas.openxmlformats.org/officeDocument/2006/relationships/slide" Target="/ppt/slides/slide5.xml" Id="Rb9a2449e5709425d" /><Relationship Type="http://schemas.openxmlformats.org/officeDocument/2006/relationships/slide" Target="/ppt/slides/slide6.xml" Id="R5a913a7bc4aa45bb" /><Relationship Type="http://schemas.openxmlformats.org/officeDocument/2006/relationships/slide" Target="/ppt/slides/slide7.xml" Id="Rb61447adc3404b42" /><Relationship Type="http://schemas.openxmlformats.org/officeDocument/2006/relationships/slide" Target="/ppt/slides/slide8.xml" Id="Rf1271a99de7b407f" /><Relationship Type="http://schemas.openxmlformats.org/officeDocument/2006/relationships/slide" Target="/ppt/slides/slide9.xml" Id="R9ae511bcaeed40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ab32cd388f44d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28fa89f8664f76" /><Relationship Type="http://schemas.openxmlformats.org/officeDocument/2006/relationships/notesMaster" Target="/ppt/notesMasters/notesMaster1.xml" Id="Rddaf02df1fa047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ed019fade14e1c" /><Relationship Type="http://schemas.openxmlformats.org/officeDocument/2006/relationships/notesMaster" Target="/ppt/notesMasters/notesMaster1.xml" Id="R031fdf6bbd2c42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ac6fd2c1354297" /><Relationship Type="http://schemas.openxmlformats.org/officeDocument/2006/relationships/notesMaster" Target="/ppt/notesMasters/notesMaster1.xml" Id="R0e7f1c59516545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45f23838fb40fd" /><Relationship Type="http://schemas.openxmlformats.org/officeDocument/2006/relationships/notesMaster" Target="/ppt/notesMasters/notesMaster1.xml" Id="Rf5d743a78a0e48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e4b56e84ea4df7" /><Relationship Type="http://schemas.openxmlformats.org/officeDocument/2006/relationships/notesMaster" Target="/ppt/notesMasters/notesMaster1.xml" Id="R95ffac0782784e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e77f3e8ad643e1" /><Relationship Type="http://schemas.openxmlformats.org/officeDocument/2006/relationships/notesMaster" Target="/ppt/notesMasters/notesMaster1.xml" Id="Re180ba496c8e40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d14941445e40eb" /><Relationship Type="http://schemas.openxmlformats.org/officeDocument/2006/relationships/notesMaster" Target="/ppt/notesMasters/notesMaster1.xml" Id="R96fd6a7f2eef4b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516edb0a0204740" /><Relationship Type="http://schemas.openxmlformats.org/officeDocument/2006/relationships/notesMaster" Target="/ppt/notesMasters/notesMaster1.xml" Id="R419faf1119e44d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be13d30977482a" /><Relationship Type="http://schemas.openxmlformats.org/officeDocument/2006/relationships/notesMaster" Target="/ppt/notesMasters/notesMaster1.xml" Id="Rb3924a010c934a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aecb457a0a45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a1fdd5ee0c4b6f" /><Relationship Type="http://schemas.openxmlformats.org/officeDocument/2006/relationships/slideLayout" Target="/ppt/slideLayouts/slideLayout1.xml" Id="R1cad63d4e3bf41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ad63d4e3bf41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15a03a69c480b" /><Relationship Type="http://schemas.openxmlformats.org/officeDocument/2006/relationships/image" Target="/ppt/media/image.png" Id="R9de237d03c8242ff" /><Relationship Type="http://schemas.openxmlformats.org/officeDocument/2006/relationships/image" Target="/ppt/media/image2.png" Id="R23e124e26dca4476" /><Relationship Type="http://schemas.openxmlformats.org/officeDocument/2006/relationships/notesSlide" Target="/ppt/notesSlides/notesSlide1.xml" Id="R80ef4df9860c4d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38c9c12f846ec" /><Relationship Type="http://schemas.openxmlformats.org/officeDocument/2006/relationships/image" Target="/ppt/media/image3.png" Id="R7a46749a712144fc" /><Relationship Type="http://schemas.openxmlformats.org/officeDocument/2006/relationships/notesSlide" Target="/ppt/notesSlides/notesSlide2.xml" Id="Rf8bffdafae9b4a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3548b3af944de" /><Relationship Type="http://schemas.openxmlformats.org/officeDocument/2006/relationships/image" Target="/ppt/media/image4.png" Id="R72fba05296b84ecf" /><Relationship Type="http://schemas.openxmlformats.org/officeDocument/2006/relationships/notesSlide" Target="/ppt/notesSlides/notesSlide3.xml" Id="R021578eb1f8648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00386876c476d" /><Relationship Type="http://schemas.openxmlformats.org/officeDocument/2006/relationships/image" Target="/ppt/media/image5.png" Id="R855aab4df3404303" /><Relationship Type="http://schemas.openxmlformats.org/officeDocument/2006/relationships/notesSlide" Target="/ppt/notesSlides/notesSlide4.xml" Id="R57cfcd92f1ad4c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ce7a63b634fae" /><Relationship Type="http://schemas.openxmlformats.org/officeDocument/2006/relationships/image" Target="/ppt/media/image6.png" Id="R36fe295be6aa436c" /><Relationship Type="http://schemas.openxmlformats.org/officeDocument/2006/relationships/notesSlide" Target="/ppt/notesSlides/notesSlide5.xml" Id="Ra6b6277786404d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9fda0abe04110" /><Relationship Type="http://schemas.openxmlformats.org/officeDocument/2006/relationships/image" Target="/ppt/media/image7.png" Id="R6e681fbc9e164bc3" /><Relationship Type="http://schemas.openxmlformats.org/officeDocument/2006/relationships/notesSlide" Target="/ppt/notesSlides/notesSlide6.xml" Id="R5c9a11010cfa42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453c145d6348e1" /><Relationship Type="http://schemas.openxmlformats.org/officeDocument/2006/relationships/image" Target="/ppt/media/image8.png" Id="Rac007b21327e437b" /><Relationship Type="http://schemas.openxmlformats.org/officeDocument/2006/relationships/notesSlide" Target="/ppt/notesSlides/notesSlide7.xml" Id="Rb693838255e44f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1f135f7a74928" /><Relationship Type="http://schemas.openxmlformats.org/officeDocument/2006/relationships/image" Target="/ppt/media/image9.png" Id="R9ec4e21eb6f24f22" /><Relationship Type="http://schemas.openxmlformats.org/officeDocument/2006/relationships/notesSlide" Target="/ppt/notesSlides/notesSlide8.xml" Id="R6bf41b1bd8ed49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e9a682a7a43e0" /><Relationship Type="http://schemas.openxmlformats.org/officeDocument/2006/relationships/image" Target="/ppt/media/image10.png" Id="Rf6c08abcc27d40a3" /><Relationship Type="http://schemas.openxmlformats.org/officeDocument/2006/relationships/image" Target="/ppt/media/image11.png" Id="Re74426cf8a644d25" /><Relationship Type="http://schemas.openxmlformats.org/officeDocument/2006/relationships/notesSlide" Target="/ppt/notesSlides/notesSlide9.xml" Id="R98e42189a9b243b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0F74A0-9DA7-4B99-A638-8877BE3D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E05753-7947-4ABE-B9B8-29E9BE27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e237d03c8242ff"/>
          <a:stretch xmlns:a="http://schemas.openxmlformats.org/drawingml/2006/main"/>
        </p:blipFill>
        <p:spPr>
          <a:xfrm xmlns:a="http://schemas.openxmlformats.org/drawingml/2006/main">
            <a:off x="942635" y="523875"/>
            <a:ext cx="1867580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B2E43-F886-4E96-84C1-810836B6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CC874B-E787-4FEF-B79D-E2FDB536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63"/>
                </a:solidFill>
              </a:defRPr>
            </a:pPr>
            <a:r>
              <a:rPr sz="3750" b="1">
                <a:solidFill>
                  <a:srgbClr val="102A63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33E20-10EF-485F-BC04-AFAFBE93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96780"/>
                </a:solidFill>
              </a:defRPr>
            </a:pPr>
            <a:r>
              <a:rPr sz="1650">
                <a:solidFill>
                  <a:srgbClr val="596780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B0862-6388-4236-953D-FBA94117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D84BFB-795F-465E-AC15-F86B5A78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9757C3-262D-4649-A496-50BED848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1F48D4-0ED5-4F13-8CC7-F1DFA64F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87645B-1807-4371-AEFD-C9B0DCC2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C518A6-DC88-4CA9-A9FB-7FDC2578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06B3BA-2A23-49EF-946B-4E1F9056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124e26dca4476"/>
          <a:srcRect xmlns:a="http://schemas.openxmlformats.org/drawingml/2006/main" l="0" t="132" r="0" b="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AA9F3D-7607-47DB-91F8-E1BE5EC5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4FB524-D12C-46B9-9282-EE3DC3C2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20824464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550082-C059-4AEB-A683-76BA0316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46749a712144fc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8E8C1F-FF19-487A-947E-C731D4E0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AC1A2B-9C2B-4566-B78E-CCA387FD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6DDC2-2A23-4218-B4F0-D284A471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F4FD0B-9081-4A58-A3A6-AA04C438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20A37-DCFD-4651-B718-CE4892BC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C87C8-ACFB-42F2-9E5B-162BCFBE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48A8"/>
                </a:solidFill>
              </a:defRPr>
            </a:pPr>
            <a:r>
              <a:rPr sz="1875" b="1">
                <a:solidFill>
                  <a:srgbClr val="2048A8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3B2B4B-F4EB-434F-A5D6-36B388AB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C91E4A-E197-418B-BEFC-69936BE5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0CEFBA-8AB5-4A32-8024-819EE5EB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48A8"/>
                </a:solidFill>
              </a:defRPr>
            </a:pPr>
            <a:r>
              <a:rPr sz="2325" b="1">
                <a:solidFill>
                  <a:srgbClr val="2048A8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24A9F-EFD5-43E3-871B-FD343345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463A62-1B46-42B2-AF2F-71002763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77FDE8-0C5E-47DD-83C5-5758A735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реализованных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9D2FB5-A07F-4DEE-8355-24959A88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EC5F72-BB2C-4442-9CA3-C2FB735D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546426-ECD2-4029-8CF8-03583F13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1BD577-D9EE-43BE-93E6-52691A5E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59B3D6-009A-4593-938A-E6A6EE0F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9A9822-B87E-4F1C-AB84-41DAB48C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0B6DC7-C59A-44D7-B0EF-8F68E262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65ED1-0CA9-406B-8587-394ADA62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257AB2-4C2C-47AF-A6E2-81EC169D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A4A9A0-0446-4191-B5ED-FA2E8FA4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E26834-12EF-4024-A0F7-00DAE44F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C024EB-4EDC-4ADD-99A9-A2BD2F79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BDC3D0-69DD-42CF-9006-018FCEC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CD3E01-C051-4AEE-95CB-7793E2A1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10E6FD-6258-4443-AF38-9B79A789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6A2E93-2CFA-4173-AF77-C49AFDEA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990E01-68CF-4C95-8D5F-C04D7C77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7CB0BA-9EB9-4AC8-8992-AFF34611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29E605-FD56-4E80-8DE9-B4136A9C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Рабочие сессии, внедрение, поддержка и передача знаний команде.</a:t>
            </a:r>
          </a:p>
        </p:txBody>
      </p:sp>
    </p:spTree>
    <p:extLst>
      <p:ext uri="{BB962C8B-B14F-4D97-AF65-F5344CB8AC3E}">
        <p14:creationId xmlns:p14="http://schemas.microsoft.com/office/powerpoint/2010/main" val="1968115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A562A5-76AC-4246-9C99-330B4E9A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ba05296b84ecf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00513-1008-42CA-A253-F1AF7B6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8D1F86-C449-4EB9-B81A-9AEBFD91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73C3B-11BA-4B52-9FBB-3E5CC01E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EA4C1-EB60-4F81-BF8D-79FDA5B1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E148B4-286C-4288-9EDE-93AAB92F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7D2972-4C8D-47C3-9E1E-F35204D3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48A8"/>
                </a:solidFill>
              </a:defRPr>
            </a:pPr>
            <a:r>
              <a:rPr sz="2100" b="1">
                <a:solidFill>
                  <a:srgbClr val="2048A8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301629-490E-4491-874C-DE46AAD1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7E667C-20E8-4F3B-B9B7-F391493C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FB03C3-ACAB-4538-9A98-0019D5FC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DE68DA-1303-4FEB-9990-5E6E9A20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52E58C-6BC8-49DA-AEC5-D4709C60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F91F5E-DB8D-415C-B94E-27696FA2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E35FA-37C8-495A-8F68-0DC63069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7F2828-C54A-4C49-8674-C3BA507E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6CF8BF-BE19-434B-88BB-C01886D2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F280A4-D807-40C2-B6A4-390BC5AA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B5B0B7-FA7B-4F59-89E3-AC2FC413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21264752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335260-11A3-475C-8EC0-F1E4FC4C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5aab4df3404303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EF18F7-41AF-442B-A97B-18563ACA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Масштаб инфраструктуры задает три приоритета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321E1E-3DB9-462D-9C43-3C192F37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F3F11-ADD8-4A6B-9514-BF405788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62C9D0-92C2-454E-A20D-4643D70D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1715F2-7826-455E-950B-6842B0B7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3F575F-1905-4815-ABD4-57E47BA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9525">
            <a:solidFill>
              <a:srgbClr val="204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61594-3777-48DA-A0EE-F8D7359A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0EDE1-2932-48BB-A8F3-0B29189F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57A13A-BCFC-448B-B1DE-216CD215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6EABA4-B230-4903-8BFD-69E18662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056447-84C6-4F31-9585-478AA6B2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2B5532-3DBA-4E3F-BF6B-A447430A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A50B21-4C1D-4C55-AF20-FBE282E7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F8E04D-75E3-4C00-BA94-3E5C8640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2568FB-1057-449C-ADB1-D445E283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AE35B9-6210-4747-9D1C-6F459B46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BE6399-4846-4930-9B17-7D2473C1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D362A3-52A9-4C50-ABE9-C359F207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3FB0B4-1596-4422-930E-5014B96D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739F65-C103-448F-93DA-467D5DD6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Управленческий фокус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693665-A95F-4736-AF1E-CECCA3ED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4CD6B7-0C5F-4905-9958-F1B4B0E0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{{FOCUS_1_TITLE}}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78CB72-4E61-4150-A58B-F344A05C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{{FOCUS_1_TEXT}}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124D62-A724-4920-8B14-1B0939686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4EBA5D-EBAC-4A62-BAE2-F10A6281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{{FOCUS_2_TITLE}}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D389E6-310C-4804-94DD-5A819AB9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{{FOCUS_2_TEXT}}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9A6414-C36E-46C7-957D-ED34E634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8EAFAA-13D3-48DF-8B08-F2FE4B28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{{FOCUS_3_TITLE}}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0F9FAF-2183-46AE-88F6-FE0BF127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{{FOCUS_3_TEXT}}</a:t>
            </a:r>
          </a:p>
        </p:txBody>
      </p:sp>
    </p:spTree>
    <p:extLst>
      <p:ext uri="{BB962C8B-B14F-4D97-AF65-F5344CB8AC3E}">
        <p14:creationId xmlns:p14="http://schemas.microsoft.com/office/powerpoint/2010/main" val="12074532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3F362E-8608-4F8A-800A-47F94750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fe295be6aa436c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4BBDB-D688-4850-90F6-10D5C326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E91C68-36D1-4881-9759-745DD17F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090A20-25B0-42D6-9CFD-22268BA9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975A5-608D-40DF-8548-DBE26B25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DD7DD-6A81-4AAD-8870-26FD309A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7383A-C895-465F-985F-5771D191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66EA18-9145-4FCB-ABAD-A3B62C3B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3AEB8A-D491-433F-9755-E3956AC0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906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45B7A-EBAC-446A-B3D2-0CE32791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954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A52643-3B8C-40E3-A2AD-112566EC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145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851367-B7E0-4D31-9316-54DCA929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764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{{RISK_1_RECOMMENDATION}}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A5C182-3F57-44A5-8D48-15396DD1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955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AC2F93-1BBC-43F1-8C12-6FF7E379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D903BA-6493-42DC-A3E8-A55FF2D7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637499-F642-49BC-907D-51C8748A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BF340E-3189-45F9-A2BE-137D1FE8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9146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{{RISK_2_IMPACT}}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95D36E-8027-435F-92FA-0404ED70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337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44BA87-1AC5-4A81-9B87-C51EBD10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956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{{RISK_2_RECOMMENDATION}}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3E6380-3F70-4EF0-A63D-B68C08C1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7147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D1CF47-52CF-4A13-BB68-DE112E45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A05FBC-31FF-42E0-B2DC-3495176B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4AFF18-9D2C-4FD0-BA26-99FF4C27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{{RISK_3_TITLE}}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B4CFE1-CD21-4D63-8AC6-B298C9E9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1338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{{RISK_3_IMPACT}}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A229A0-DC44-4BAB-AFE7-42777D3D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529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19C6FD-65B9-4D7D-A48B-33EEF8C3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{{RISK_3_RECOMMENDATION}}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9F351A-14EC-4FC9-9F9C-F295BC274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33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7623B3-2F9F-460F-8CDF-AD4A0C03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D83E81-F13A-42A2-9AC8-8C9962B4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006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1CC70F-799C-43F9-BC59-05EA4C12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482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430D30-944E-4A8A-87CC-78502B4B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530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{{RISK_4_IMPACT}}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9D9875-1B4C-47B9-8DD8-1E6E98D8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121E7A-A5CF-4BEE-A3DD-379B1295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7340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{{RISK_4_RECOMMENDATION}}</a:t>
            </a:r>
          </a:p>
        </p:txBody>
      </p:sp>
    </p:spTree>
    <p:extLst>
      <p:ext uri="{BB962C8B-B14F-4D97-AF65-F5344CB8AC3E}">
        <p14:creationId xmlns:p14="http://schemas.microsoft.com/office/powerpoint/2010/main" val="12835166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C33880-2579-4A76-BDD4-67F19783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81fbc9e164bc3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3FBC0-5B78-4DEA-B60D-063CC9F0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5259C6-AC96-4BAD-B65E-FA4F9F31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CA475-CFAC-4D35-A199-0E74BCEB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B0604D-F243-42B3-8A75-B1B2F48B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3D77C-A0B5-4EA3-94D0-A788DAE2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669DC8-48CC-44A5-A762-92F0A2DE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C007F6-EABB-45AA-AD64-BFE48A47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061CA-87FE-46C0-9B02-69580225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6BFEA5-48BD-437B-8E02-8CB9C1C8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{{REC_1_ACTION}}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AEDC15-BA24-4147-A703-6EBF8450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DF2EC1-0AD0-4408-833E-DA704D9B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094330-5648-4DB5-92D9-170CF503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{{REC_1_SOLUTION}}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1BC8EE-D7DD-493A-B377-82C75189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BC1971-0AED-48C3-8653-6D90C2F4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{{REC_1_VENDORS}}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89387E-C7D7-42CF-B7CD-76EA4C31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B8FD0F-BEC8-42F8-A62A-47FBBCB0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40E5BB-4303-456D-808E-B3C27FEE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E37FB6-1705-4835-9F4D-048FE4A8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{{REC_2_ACTION}}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88ED43-5213-439A-AC6D-2EAAD2CE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BF7D09-9859-4877-8E8F-06F2BFAA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795183-5F45-4C1D-8066-DAAEE018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{{REC_2_SOLUTION}}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A7E5BA-52EE-4222-8CDC-2551CC65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5DA666-006A-4153-8F39-A3340E47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{{REC_2_VENDORS}}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9A8028-5802-4243-9CE9-F845765D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88182D-421E-40CA-A047-DF5A44F2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F387A3-B04A-43C8-9E10-95426DFC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{{REC_3_TITLE}}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E2B1AE-5035-4F2B-B073-AA7BCE2D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{{REC_3_ACTION}}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A299C0-A837-4C0B-BB5D-07EB205C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C95287-7332-4ED6-B9E1-C08F7966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A822DF-885D-400F-BF30-DE5822B8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{{REC_3_SOLUTION}}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66E494-738A-41B4-8246-E3849172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A90F1C-5930-4FFD-8C21-F89A16FB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{{REC_3_VENDORS}}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B6A0C6-8AFD-4E54-9674-A2A4B4C9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2A56EE-6A86-4AB9-B628-DA22758C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B1CDBD-7381-4087-9FAB-CF2B4C5F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{{REC_4_TITLE}}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047AEF-CA69-41E6-93F9-A4C7D8D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{{REC_4_ACTION}}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CAA042A-4AB3-49A5-9184-9060F96A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AEEE6D-F911-4CF7-9CE3-10DEFB35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2B6899-5939-4B20-A1D1-0DED13A44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{{REC_4_SOLUTION}}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6790F3-DC3A-47FE-AC23-4D65427B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5531DC-E0CB-40A3-8451-9B0983FA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{{REC_4_VENDORS}}</a:t>
            </a:r>
          </a:p>
        </p:txBody>
      </p:sp>
    </p:spTree>
    <p:extLst>
      <p:ext uri="{BB962C8B-B14F-4D97-AF65-F5344CB8AC3E}">
        <p14:creationId xmlns:p14="http://schemas.microsoft.com/office/powerpoint/2010/main" val="5648983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D56AC2-E50B-4677-A9EA-F88D2300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007b21327e437b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B1B03-6A2F-4044-87EE-5AF8EEE5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следующий этап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51474-B951-43DD-BF5B-E7E0C122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EFE9D-C698-4CBC-BDFF-A21BDB17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5119AF-A4CF-472B-9E2F-F582E2D1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CC8D89-3C6D-4BEF-8F74-D1BDACA9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AE632-4169-45C0-9DF8-89A0D01E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61CAE-C1EA-4E03-BA52-3B4E035B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B55EC0-6C0F-4167-B15D-8F5AF78E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{{REC_5_TITLE}}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90AF93-2056-4A56-80A4-802306ED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{{REC_5_ACTION}}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80B7D-6C5A-4D05-9094-9626E9D9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2FC499-662A-4A96-8511-0602CBCD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964AD6-00DD-4F89-9FF0-E9753B50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{{REC_5_SOLUTION}}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FF275-325E-4601-8245-D65465B9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CF77F0-8DD8-423D-814A-0C37D068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{{REC_5_VENDORS}}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103E6A-93B4-4906-ABD0-4B5D4B27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F9A32D-039C-4D00-89D2-715E5F30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7A3EDE-5F8A-49E6-83F9-1CCEE52F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{{REC_6_TITLE}}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22C38A-0C4D-40D7-85BA-3F8D3323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{{REC_6_ACTION}}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212DE1-C450-4E3D-BF16-B619C40F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61C9F4-CD0C-4A33-8A72-7B1D6474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3F3BAA-2F39-4984-8075-8047714E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{{REC_6_SOLUTION}}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4C9A92-1E59-4A58-B3D7-4D8A4D61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3ACDB5-0DDE-4D41-A1D7-2718FD02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{{REC_6_VENDORS}}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E73C22-5C41-4603-B1A3-57C00C80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546D5C-1082-4691-9FF9-D45006A9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D49137-6363-459E-BF67-BA7F2D0D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{{REC_7_TITLE}}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CB4436-E3A9-44AE-A6C7-B0034161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{{REC_7_ACTION}}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7BEC05-C8B8-4087-AF40-FE1448D1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13BB8-FA30-4D47-840C-3217D4C2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F8C244-F2F8-47CD-803A-508CDA32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{{REC_7_SOLUTION}}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0F64D9-4EE2-4251-8D2D-51847CF0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C593A1-FB7C-4C89-99BB-D24CEDA8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{{REC_7_VENDORS}}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B147B1-9AF7-4899-BF9F-AAC9B2E9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990310-F5B4-4324-9775-57D7E607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51CACD-A02E-4970-89AD-87A6B5FB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{{REC_8_TITLE}}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7902C3-46F7-4BD3-BD23-239852D1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{{REC_8_ACTION}}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7A99D42-986F-483D-B421-11277E4C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FC8F4D-C995-400F-98D4-D07A53FF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D84E4E-F3F3-4C05-ABD6-F50FA0AC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{{REC_8_SOLUTION}}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84A40B-5171-487E-8F6E-B75F5034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D2F5A5-A2EC-4AAA-8922-D1466041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{{REC_8_VENDORS}}</a:t>
            </a:r>
          </a:p>
        </p:txBody>
      </p:sp>
    </p:spTree>
    <p:extLst>
      <p:ext uri="{BB962C8B-B14F-4D97-AF65-F5344CB8AC3E}">
        <p14:creationId xmlns:p14="http://schemas.microsoft.com/office/powerpoint/2010/main" val="12831770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29D181-410F-4C49-86CB-598DFE9F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c4e21eb6f24f22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C056C-992B-4854-8964-02F6F221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18C21-5E36-4525-819A-840314D0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547AA-5368-4B38-83C1-51624B06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1FA76-5976-45DA-9469-D7BC4832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5FD903-14ED-4743-A398-5AE0551C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445247-76DC-4538-9E61-ADC650CA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6C0BCD-1AE1-4BDE-A129-4B5B5E90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94F722-7AA0-4DAF-8A93-C722D21A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058DF8-B05D-45EB-941C-F81C2D15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6CB4A5-C0BB-42E2-BA7C-BBF7BAD6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6D78B1-7C02-4DBD-9E43-BEA1904D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89CB13-67BE-4102-B393-11726E5D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5906E8-DA78-427A-8C2B-98366652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A750A9-5260-441C-9143-DBC972BC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5B8FE-3FE4-4999-B3CE-DEC727C65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A945EF-5437-4686-AFAF-D63C950D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2CE46E-1D27-4915-9B10-3346C96B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AA5D2E-11EC-440C-A8C2-3F75AD4B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3044D0-D1A0-40EE-9D81-EF9018DF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84BB65-C1CE-46B6-9A58-1B4FC909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9AC32F-B2F6-40FD-B794-BA37E5AD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9EDB4A-619F-4CA4-836E-9061D670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8735E6-211A-4502-A1AA-B681CB7B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21BA86-3936-4FD5-B586-8503F5390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39839F-39AF-4FDD-906A-3E94D097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CCD744-B0EF-4A0A-8AC3-1B5B50553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6AA7CF-5EA6-450F-ABF8-D61B3E51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6A746F-5F82-4A05-8EFE-E2D546B7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6B21F5-2A6E-4B68-B6AA-C94E0C2D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17903098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ACF314-ADE9-4E80-916D-71F9EA4D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c08abcc27d40a3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9C068-BDCC-4F78-92BB-38342EA6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730738-9EFA-460A-AA00-9A35272A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A124B6-E1B1-4704-A31F-D932EC10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76271F-0D59-475C-A7BA-A62DC40D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2D4C01-3787-4E10-96AA-30F4CCDC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3C657-A9B4-4512-BB66-81A5DFD1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F79E6-DD14-47DA-A710-01810B54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9F3BFA-FAF8-4090-89EB-B0AD6019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9ED3AA-E120-4904-BA65-FD8A6033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FAAEFE-FEB5-4306-8F5A-7E0D2357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5D8048-F807-4615-B9CA-B34A0741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838637-EBEA-4EF4-B89C-2E2EC106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C68896-5BB7-4F0B-803A-AA180CB7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5C7575-181E-4CD6-88DC-C7C967D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D0B3AC-EAFA-4586-839F-2D2E23C8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D9FDA2-D608-4AA1-80FE-F46022D6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6F9AED-6CC4-4065-AEC9-5AFB6A99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14E259-A4F0-4DCE-A3F4-DED755DA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63"/>
                </a:solidFill>
              </a:defRPr>
            </a:pPr>
            <a:r>
              <a:rPr sz="1875" b="1">
                <a:solidFill>
                  <a:srgbClr val="102A63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862ADE-7627-4631-9861-15503892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426cf8a644d25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3B88B2-68DD-41C3-ADFF-FCED5EDD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8F131F-5DEC-443C-869B-2FE4DDDF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info@btgroup.kz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7CF286-3BCC-4A03-B849-37E2F2EA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+7 706 700 48 35</a:t>
            </a:r>
          </a:p>
        </p:txBody>
      </p:sp>
    </p:spTree>
    <p:extLst>
      <p:ext uri="{BB962C8B-B14F-4D97-AF65-F5344CB8AC3E}">
        <p14:creationId xmlns:p14="http://schemas.microsoft.com/office/powerpoint/2010/main" val="5086516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2026-07-17T07:59:43.2290000Z</dcterms:created>
  <dcterms:modified xsi:type="dcterms:W3CDTF">2026-07-17T07:59:43.2290000Z</dcterms:modified>
</coreProperties>
</file>