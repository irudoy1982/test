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b47de4678a44af" /><Relationship Type="http://schemas.openxmlformats.org/officeDocument/2006/relationships/extended-properties" Target="/docProps/app.xml" Id="Rf2521e24aadd40cf" /><Relationship Type="http://schemas.openxmlformats.org/officeDocument/2006/relationships/officeDocument" Target="/ppt/presentation.xml" Id="Rbbf0c7d940744d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2b16f56e494d96"/>
  </p:sldMasterIdLst>
  <p:notesMasterIdLst>
    <p:notesMasterId xmlns:r="http://schemas.openxmlformats.org/officeDocument/2006/relationships" r:id="R6ea223bf962246e6"/>
  </p:notesMasterIdLst>
  <p:sldIdLst>
    <p:sldId xmlns:r="http://schemas.openxmlformats.org/officeDocument/2006/relationships" id="256" r:id="R215aa688b9d948a9"/>
    <p:sldId xmlns:r="http://schemas.openxmlformats.org/officeDocument/2006/relationships" id="257" r:id="R14b314a5886040cc"/>
    <p:sldId xmlns:r="http://schemas.openxmlformats.org/officeDocument/2006/relationships" id="258" r:id="Rebfb6ea8e71a43e8"/>
    <p:sldId xmlns:r="http://schemas.openxmlformats.org/officeDocument/2006/relationships" id="259" r:id="R08a0476d0b5d4f5d"/>
    <p:sldId xmlns:r="http://schemas.openxmlformats.org/officeDocument/2006/relationships" id="260" r:id="R8cfe9475afa14dc3"/>
    <p:sldId xmlns:r="http://schemas.openxmlformats.org/officeDocument/2006/relationships" id="261" r:id="R6e4dd29e9b024a8c"/>
    <p:sldId xmlns:r="http://schemas.openxmlformats.org/officeDocument/2006/relationships" id="262" r:id="R3898df736dab449c"/>
    <p:sldId xmlns:r="http://schemas.openxmlformats.org/officeDocument/2006/relationships" id="263" r:id="Ra2217400851d43f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96fe6e9f924299" /><Relationship Type="http://schemas.openxmlformats.org/officeDocument/2006/relationships/slideMaster" Target="/ppt/slideMasters/slideMaster1.xml" Id="Rb92b16f56e494d96" /><Relationship Type="http://schemas.openxmlformats.org/officeDocument/2006/relationships/notesMaster" Target="/ppt/notesMasters/notesMaster1.xml" Id="R6ea223bf962246e6" /><Relationship Type="http://schemas.openxmlformats.org/officeDocument/2006/relationships/presProps" Target="/ppt/presProps.xml" Id="R67440d74af524db5" /><Relationship Type="http://schemas.openxmlformats.org/officeDocument/2006/relationships/tableStyles" Target="/ppt/tableStyles.xml" Id="R60d4f81fee41413b" /><Relationship Type="http://schemas.openxmlformats.org/officeDocument/2006/relationships/slide" Target="/ppt/slides/slide1.xml" Id="R215aa688b9d948a9" /><Relationship Type="http://schemas.openxmlformats.org/officeDocument/2006/relationships/slide" Target="/ppt/slides/slide2.xml" Id="R14b314a5886040cc" /><Relationship Type="http://schemas.openxmlformats.org/officeDocument/2006/relationships/slide" Target="/ppt/slides/slide3.xml" Id="Rebfb6ea8e71a43e8" /><Relationship Type="http://schemas.openxmlformats.org/officeDocument/2006/relationships/slide" Target="/ppt/slides/slide4.xml" Id="R08a0476d0b5d4f5d" /><Relationship Type="http://schemas.openxmlformats.org/officeDocument/2006/relationships/slide" Target="/ppt/slides/slide5.xml" Id="R8cfe9475afa14dc3" /><Relationship Type="http://schemas.openxmlformats.org/officeDocument/2006/relationships/slide" Target="/ppt/slides/slide6.xml" Id="R6e4dd29e9b024a8c" /><Relationship Type="http://schemas.openxmlformats.org/officeDocument/2006/relationships/slide" Target="/ppt/slides/slide7.xml" Id="R3898df736dab449c" /><Relationship Type="http://schemas.openxmlformats.org/officeDocument/2006/relationships/slide" Target="/ppt/slides/slide8.xml" Id="Ra2217400851d43f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fbe12f361c4f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258dc0b8824471" /><Relationship Type="http://schemas.openxmlformats.org/officeDocument/2006/relationships/notesMaster" Target="/ppt/notesMasters/notesMaster1.xml" Id="Ref966e7f4a7345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aee5f0e89243df" /><Relationship Type="http://schemas.openxmlformats.org/officeDocument/2006/relationships/notesMaster" Target="/ppt/notesMasters/notesMaster1.xml" Id="R8f8f1d6d4a4445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38154fb4fd492b" /><Relationship Type="http://schemas.openxmlformats.org/officeDocument/2006/relationships/notesMaster" Target="/ppt/notesMasters/notesMaster1.xml" Id="Rb91698d894d141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9e54005d894a5c" /><Relationship Type="http://schemas.openxmlformats.org/officeDocument/2006/relationships/notesMaster" Target="/ppt/notesMasters/notesMaster1.xml" Id="R9eb475ea60374e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7ea4869e5f4edd" /><Relationship Type="http://schemas.openxmlformats.org/officeDocument/2006/relationships/notesMaster" Target="/ppt/notesMasters/notesMaster1.xml" Id="Raa773c5eb65248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5d0c7e0f724ad6" /><Relationship Type="http://schemas.openxmlformats.org/officeDocument/2006/relationships/notesMaster" Target="/ppt/notesMasters/notesMaster1.xml" Id="Re017f602620f4b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d555e85e4b4fff" /><Relationship Type="http://schemas.openxmlformats.org/officeDocument/2006/relationships/notesMaster" Target="/ppt/notesMasters/notesMaster1.xml" Id="R6096ca98b4f74de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b9af669a1e4dbc" /><Relationship Type="http://schemas.openxmlformats.org/officeDocument/2006/relationships/notesMaster" Target="/ppt/notesMasters/notesMaster1.xml" Id="Rbfd02088a7d94d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9d3343ef1b4bf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a3a788a9704b29" /><Relationship Type="http://schemas.openxmlformats.org/officeDocument/2006/relationships/slideLayout" Target="/ppt/slideLayouts/slideLayout1.xml" Id="R9712ea39ec7141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12ea39ec7141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a6a5a370549fa" /><Relationship Type="http://schemas.openxmlformats.org/officeDocument/2006/relationships/image" Target="/ppt/media/image.png" Id="R130b0835bc3c441e" /><Relationship Type="http://schemas.openxmlformats.org/officeDocument/2006/relationships/image" Target="/ppt/media/image2.png" Id="R03955b8dd0a5481a" /><Relationship Type="http://schemas.openxmlformats.org/officeDocument/2006/relationships/notesSlide" Target="/ppt/notesSlides/notesSlide1.xml" Id="Re11e7d5e6ddb40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a67383fbf14760" /><Relationship Type="http://schemas.openxmlformats.org/officeDocument/2006/relationships/image" Target="/ppt/media/image3.png" Id="R39f7ecf94af94942" /><Relationship Type="http://schemas.openxmlformats.org/officeDocument/2006/relationships/notesSlide" Target="/ppt/notesSlides/notesSlide2.xml" Id="Ra215a1562d1c4a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10b8f7a4149ea" /><Relationship Type="http://schemas.openxmlformats.org/officeDocument/2006/relationships/image" Target="/ppt/media/image4.png" Id="R19c6331b73e7402d" /><Relationship Type="http://schemas.openxmlformats.org/officeDocument/2006/relationships/notesSlide" Target="/ppt/notesSlides/notesSlide3.xml" Id="R334d52fcfb6641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ee6574cf054247" /><Relationship Type="http://schemas.openxmlformats.org/officeDocument/2006/relationships/image" Target="/ppt/media/image5.png" Id="R59144fc7510c47f1" /><Relationship Type="http://schemas.openxmlformats.org/officeDocument/2006/relationships/notesSlide" Target="/ppt/notesSlides/notesSlide4.xml" Id="R2843c702222c44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a82e9433143cd" /><Relationship Type="http://schemas.openxmlformats.org/officeDocument/2006/relationships/image" Target="/ppt/media/image6.png" Id="R987e2cfed6e34791" /><Relationship Type="http://schemas.openxmlformats.org/officeDocument/2006/relationships/notesSlide" Target="/ppt/notesSlides/notesSlide5.xml" Id="R6d32927d27bd46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716b4829142a9" /><Relationship Type="http://schemas.openxmlformats.org/officeDocument/2006/relationships/image" Target="/ppt/media/image7.png" Id="R35128e73e17a44ec" /><Relationship Type="http://schemas.openxmlformats.org/officeDocument/2006/relationships/notesSlide" Target="/ppt/notesSlides/notesSlide6.xml" Id="R8b9c9c4809dc48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f5ed0cd5924b65" /><Relationship Type="http://schemas.openxmlformats.org/officeDocument/2006/relationships/image" Target="/ppt/media/image8.png" Id="R9bec060a073d45d3" /><Relationship Type="http://schemas.openxmlformats.org/officeDocument/2006/relationships/notesSlide" Target="/ppt/notesSlides/notesSlide7.xml" Id="Rbcba42f452314af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848a4869540b7" /><Relationship Type="http://schemas.openxmlformats.org/officeDocument/2006/relationships/image" Target="/ppt/media/image9.png" Id="Red2ce1cdc90a4a6a" /><Relationship Type="http://schemas.openxmlformats.org/officeDocument/2006/relationships/image" Target="/ppt/media/image10.png" Id="Rf343900945964f2b" /><Relationship Type="http://schemas.openxmlformats.org/officeDocument/2006/relationships/notesSlide" Target="/ppt/notesSlides/notesSlide8.xml" Id="R03a51ac594da45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247490-F761-4A4C-99E4-225AE90F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DE3161-BCC9-427B-958B-C1890043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0b0835bc3c441e"/>
          <a:stretch xmlns:a="http://schemas.openxmlformats.org/drawingml/2006/main"/>
        </p:blipFill>
        <p:spPr>
          <a:xfrm xmlns:a="http://schemas.openxmlformats.org/drawingml/2006/main">
            <a:off x="942635" y="523875"/>
            <a:ext cx="1867580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30A0C7-18E8-4AA0-A5C2-7C820A0A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8F820E-C6E6-487B-9BBC-DC7E85FF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63"/>
                </a:solidFill>
              </a:defRPr>
            </a:pPr>
            <a:r>
              <a:rPr sz="3750" b="1">
                <a:solidFill>
                  <a:srgbClr val="102A63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BE9944-B090-400E-A180-970DF0C3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96780"/>
                </a:solidFill>
              </a:defRPr>
            </a:pPr>
            <a:r>
              <a:rPr sz="1650">
                <a:solidFill>
                  <a:srgbClr val="596780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813D93-3168-44B9-AEFD-52439EE7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776CA6-BC99-47FB-BEC7-C0F74435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138E17-6763-4B5D-A1C3-91FDC790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0C40F3-1F6C-4C13-BBFE-F9BFBD58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172E7E-D900-49D7-B254-61EA28D9B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FDE95-84E6-4EB3-B0F6-AC75E379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E816C-9216-4DCF-828D-FBCF32584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{{DATE}}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955b8dd0a5481a"/>
          <a:srcRect xmlns:a="http://schemas.openxmlformats.org/drawingml/2006/main" l="0" t="132" r="0" b="1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DC5036-F3D9-4C7B-ACE1-160013D9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C34947-4CE2-435D-9AC2-441148F2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96780"/>
                </a:solidFill>
              </a:defRPr>
            </a:pPr>
            <a:r>
              <a:rPr sz="1050" b="1">
                <a:solidFill>
                  <a:srgbClr val="596780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20569360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4565F4-D6F5-4861-BF0E-05C2ED94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f7ecf94af94942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AA5E86-AB31-49BC-B244-DE333991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6E9070-4BB0-42C7-836A-B7C35BC8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22637-358C-4605-9CD7-656171C9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17FDA9-3D11-4DDA-93BD-8278CA68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8B0E5-6707-4B37-8FF4-041341FF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60FBB7-B36D-4F7F-8C08-E4673E35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48A8"/>
                </a:solidFill>
              </a:defRPr>
            </a:pPr>
            <a:r>
              <a:rPr sz="2100" b="1">
                <a:solidFill>
                  <a:srgbClr val="2048A8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0B6515-6FF4-47A8-BB99-23095930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F3FC8E-F17B-468F-9F0D-BB44D3B8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70680B-4C7B-4D20-8B27-DE8EA9AC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D3A85A-ECC6-424A-BF0D-A0564613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02B46C-6E7A-4F48-AB61-3F15C6EC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0F2CB4-D8D7-4C98-B3CF-D661CC51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41C197-B490-4E33-89C1-7E330726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47C168-4418-42C5-9DBE-AD9951B10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FFF66F-55A9-4DAD-9306-AFEDC1BD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CEF7B8-7EF8-4D67-B949-6F3E6447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38533E-2F45-4EC3-AF44-F5C5998B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4686261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5A8354-EBDC-47D2-94DE-5D48F560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c6331b73e7402d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7A299F-F7BB-4C61-B147-8E6520FAA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Масштаб инфраструктуры задает три приоритета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A963C-0638-4FD3-82A2-4C04D04D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23DDC8-EA2A-4B9E-B65E-5CAC2EF1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229A54-E2F6-4ABA-95C5-823C6B10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9B7FF6-D165-4401-88B2-86BB9AF7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3AD868-43A5-4A69-A8AA-093E93F7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9525">
            <a:solidFill>
              <a:srgbClr val="2048A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03FB77-0E4B-484B-88EA-052833A9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DDE35C-42A4-438E-8227-0198D0C4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6EB12D-9DB9-46F7-ACB7-F69FCD4D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EC66F-042E-480F-BF0A-3525F308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5D3495-58A7-4D72-99C7-FBD07876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2A9FE9-0C91-495F-B209-8B9F94E8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B7875-D277-4A6F-9F2F-1FFA47BA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07B4B3-1A85-4A0C-B441-4FECF198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59474E-8B67-43BC-91A5-6C89DCF7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BF34AD-32B2-4A18-944A-B0CE650B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227BC3-131D-4F65-B8E2-D2342C3D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F4A8F4-7C06-4456-91B4-8E0B50A7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DFAF70-8774-4DA8-BFEC-DD486052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3AEE82-B152-4763-9B8D-A622E541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48A8"/>
                </a:solidFill>
              </a:defRPr>
            </a:pPr>
            <a:r>
              <a:rPr sz="1350" b="1">
                <a:solidFill>
                  <a:srgbClr val="2048A8"/>
                </a:solidFill>
              </a:rPr>
              <a:t>Управленческий фокус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D829B5-117C-4FFC-9919-E25899D4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BD050C-7FC8-4DA4-A06F-AAAA9E4F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{{FOCUS_1_TITLE}}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A3A16C-0320-4599-9D3C-020C2F07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{{FOCUS_1_TEXT}}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EC682B-E118-4B92-AE6F-F75086AA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F1D1B9-8299-4BCD-9E7B-D81A9EE9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{{FOCUS_2_TITLE}}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D4CEB9-553D-4462-BA73-7B11E319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{{FOCUS_2_TEXT}}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C675DE-5166-4799-9421-0057E73E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67D277-7085-4828-AC73-13DC31CB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{{FOCUS_3_TITLE}}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AB5495-042E-4500-B25A-67F2D1DA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{{FOCUS_3_TEXT}}</a:t>
            </a:r>
          </a:p>
        </p:txBody>
      </p:sp>
    </p:spTree>
    <p:extLst>
      <p:ext uri="{BB962C8B-B14F-4D97-AF65-F5344CB8AC3E}">
        <p14:creationId xmlns:p14="http://schemas.microsoft.com/office/powerpoint/2010/main" val="14881373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F4669F-5E78-499A-A61B-1D01C839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44fc7510c47f1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9BA62-BC88-4A63-ADD9-5D02A143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D146DF-E714-4E99-A135-AA6B712B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824FB-8C8D-45B7-8A03-915C1AC8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2E13F-2713-4488-A79C-356148D9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E7CD97-CE9F-438F-919C-FC0FA7C4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1296BC-506B-403F-99F6-6BE52CB1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BC1CA2-AB60-4929-B0F1-F46C17A8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430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8FDD90-FC3C-4D26-93EE-D4977500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3906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D69351-C633-49DB-A383-4FEA67D1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954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5CFC5B-4DE4-4B91-9158-9131B596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145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D7CBB7-9F1E-490E-99E0-AF4DD1EC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764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{{RISK_1_RECOMMENDATION}}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A14862-8300-468A-9F8A-1472FB0A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955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4E6F1E-0948-4821-8416-7FD332D4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0F2543-BC04-41DE-B9DE-A33049E4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B02096-D704-4B5F-9587-69F7BDE8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0A8CF5-85E4-48F9-AE57-15ED2CBE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9146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{{RISK_2_IMPACT}}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FFD202-7ECD-49D7-8D37-FDB10EF9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3337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1AE4DE-D254-4451-AD14-560CA221C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956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{{RISK_2_RECOMMENDATION}}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E42D95-887F-4B35-8E1C-F057A3EE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7147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B2EEA0-9A6C-4752-B0AD-5FB7109A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31705E-6F20-4AF6-93EB-30F980E8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B66107-4598-4697-A711-6801C85F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290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{{RISK_3_TITLE}}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25A767-520C-4C18-B306-E4E826B0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1338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{{RISK_3_IMPACT}}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5B669B-8927-4A18-AE03-3C6EFCFB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529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34A131-FA12-4118-906A-CF186D5E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{{RISK_3_RECOMMENDATION}}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AC26B3-379F-48A4-9594-BE3E2FF0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933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406246-FAC9-456D-9F8B-17A24C09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2E8E90-530D-4BC4-B178-E5AE92E2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006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B87B46-25AF-458F-BA89-7BD67A83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482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{{RISK_4_TITLE}}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582CB0-C902-4E51-9BB5-CCC2DFE3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3530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{{RISK_4_IMPACT}}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1E331C-C886-484A-BA6B-A84189FB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721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AF95D7-AA6A-4161-B8BF-80CF7A85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7340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{{RISK_4_RECOMMENDATION}}</a:t>
            </a:r>
          </a:p>
        </p:txBody>
      </p:sp>
    </p:spTree>
    <p:extLst>
      <p:ext uri="{BB962C8B-B14F-4D97-AF65-F5344CB8AC3E}">
        <p14:creationId xmlns:p14="http://schemas.microsoft.com/office/powerpoint/2010/main" val="17797031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0D48BE-FD1C-4419-BC65-C8F046F9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e2cfed6e34791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C8859E-0C1D-47E3-9026-4C946668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149E4-E857-4BD9-A173-8EFB1E06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604267-0DA3-47FE-A392-CBDE32DD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D529E-6360-41B0-90AA-1DA4FAD4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ED7B16-B5F8-48D9-A3B6-AC753ACC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A1AC03-D7A1-481C-B250-729512BE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F7BB3B-0870-409C-BEF6-EA091975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91B07F-51E6-437A-8EF2-5DA97A8E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8C0232-2973-44DB-A694-B3F0E405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{{REC_1_ACTION}}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4B5D41-AB17-4852-A570-26DC3CD3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CBB43-5AE0-4C9F-82BA-8215BD55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FE9766-07DD-4362-AB9D-EC885ED8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{{REC_1_SOLUTION}}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18583-243F-4694-B4E2-EC72CF4B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AB6DB5-E0A8-470D-A90F-6953A658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{{REC_1_VENDORS}}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C6B26B-CFF3-4C7B-A60B-5A707CCB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5681D5-6C2B-4D7E-B1F7-4B2F6B77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724C0F-2B2F-4D28-9EC9-938F2BF1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{{REC_2_TITLE}}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F40CB5-3AEC-4ADF-B645-C7B71CC2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{{REC_2_ACTION}}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A1A40F-D697-44EC-95F0-71C6DBD2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E7AE8F-3EAD-4AF0-9837-CF7526E1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540D87-88C2-4C26-937D-2371B035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{{REC_2_SOLUTION}}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D13A9-C271-42E4-8877-1E7A144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D6E07E-1134-4893-89F7-A8F6B055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{{REC_2_VENDORS}}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940D28-82AF-4E3B-B15D-462388A1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1A0956-5FA2-4FE6-9DAD-91DDF50E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CBCBCF-8392-4081-B22D-CA8CA680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{{REC_3_TITLE}}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02C86F-D38F-4316-8119-DD1DB07D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{{REC_3_ACTION}}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EE18D9-314B-4C61-BECA-6A664A06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A41D9A-DFBE-4D30-9196-BDFA69FF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389480-29B9-4720-B60E-5D78E1D4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{{REC_3_SOLUTION}}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449C4C-76C0-4DBE-BBEF-BA1164A4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7AA3CE-D7C5-45AB-AC02-3E464C61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{{REC_3_VENDORS}}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FF0772-3D2C-437C-8AF1-EDAB2A50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B5E6C9-8ED5-4159-BF00-8CE54700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255A8E-6778-4B5A-9FD1-35E5D798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{{REC_4_TITLE}}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567B12-840D-4ADA-A846-9EBBC5E9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{{REC_4_ACTION}}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87A19B-9738-4726-9E8C-51BADE84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EB0A63-9D6F-44F7-8436-3663226B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20939B-72EB-4F90-85F2-9735BB68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{{REC_4_SOLUTION}}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E55A70B-9A81-47E9-9BE5-A2AD01D0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687432B-2C66-45D7-9B13-175A0C62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{{REC_4_VENDORS}}</a:t>
            </a:r>
          </a:p>
        </p:txBody>
      </p:sp>
    </p:spTree>
    <p:extLst>
      <p:ext uri="{BB962C8B-B14F-4D97-AF65-F5344CB8AC3E}">
        <p14:creationId xmlns:p14="http://schemas.microsoft.com/office/powerpoint/2010/main" val="12245503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D8A4C6-DC76-4618-B4A2-14BAE328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128e73e17a44ec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E47094-FD46-4B65-AFB2-7D804A79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следующий этап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AC54E2-8E28-4752-9432-8889E7A2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3F07F-FBAD-4394-AE55-017992DA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814BCD-55BC-4AB2-A23B-C4041ADA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CED7B-0089-4250-8F45-D4CA7A99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3E7590-D034-468D-A1D1-E4AD8EF7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D4E9C8-0690-4F9A-9C98-C5625079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A9DE69-DC16-4DF4-A4B1-07C354F2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{{REC_5_TITLE}}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1967AE-C306-4154-A0C2-E947192A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{{REC_5_ACTION}}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F9F65D-7822-4B55-90CB-55A80409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618DA1-923B-48D4-9B35-20FFFCBA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2B558D-79CA-4647-A561-AA0E060E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{{REC_5_SOLUTION}}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6009DF-1565-4312-BD2B-698719D6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5FA1C5-A5AD-4836-B75E-E6A67C81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{{REC_5_VENDORS}}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EF509-A4C6-48FF-98AD-0FEBADCF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05BAE1-F62D-45D6-83A8-B89862C1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801C3F-1715-4171-A17B-B93FA1F9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{{REC_6_TITLE}}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718C74-3AE9-4612-80BD-20488BAB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{{REC_6_ACTION}}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4C6A41-6CD3-4C06-9D82-9A74D95A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B872C0-1ED4-41CE-80E7-33E55A58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8CAA96-86FE-46F6-B887-EE2157741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{{REC_6_SOLUTION}}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DBC54F-2454-4C2E-9977-A5F454B4E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85D247-47D8-4EFF-952D-1094DFD3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{{REC_6_VENDORS}}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653EEE-3EE5-4585-AEDD-8B9405ED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CDBF2F-9037-4EDE-807B-B5E827F5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9EB7B4-0268-45F9-8278-919E1A33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{{REC_7_TITLE}}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820C03-5CD0-4FD1-ABDA-D43213E4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{{REC_7_ACTION}}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E6F8ED-31FE-4BE0-B465-0BB3FFD0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0986C5-7E9A-4B32-8085-64D6417D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AFCF89-692E-4DF4-9FFA-312B585F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{{REC_7_SOLUTION}}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4D0701-3FB3-44DD-87FF-84B551B7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40DD34-89AA-4BE4-81FE-DB306FD2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{{REC_7_VENDORS}}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951AB9-85DE-48FA-A187-4747B353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B67716D-D256-4D90-98E3-90E31D1C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532E65-5E26-45D8-A84E-A4C743E0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{{REC_8_TITLE}}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F803B3-0CA6-4052-B8B7-A9E39F60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{{REC_8_ACTION}}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8BCBE36-77FE-48D2-B0EF-AE444DB8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0B3982-ABBB-4168-8CA9-C914CCAB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7CF55BD-9B8A-4853-AE90-E9D4CEF7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{{REC_8_SOLUTION}}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F08F2C-A964-42E7-A696-9EB4E0EF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6B5626-E3A1-44B1-BB37-84CAD968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{{REC_8_VENDORS}}</a:t>
            </a:r>
          </a:p>
        </p:txBody>
      </p:sp>
    </p:spTree>
    <p:extLst>
      <p:ext uri="{BB962C8B-B14F-4D97-AF65-F5344CB8AC3E}">
        <p14:creationId xmlns:p14="http://schemas.microsoft.com/office/powerpoint/2010/main" val="19265235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399486-5D1D-43DE-AB19-4B50874D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ec060a073d45d3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49F080-99AD-4728-AFBD-5CCD74AD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9D0E9A-1024-42A2-BC0D-DC93AA3C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CB437-C156-4BD2-AE45-714E8F3C7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E1403-186F-443A-8F50-88FE596A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BF40E5-4DCB-4E1D-BE65-A91B39C7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9F8D0-7E48-434F-BE6A-AB603F96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E09A3-37B6-4741-AA6A-0CBA0EB0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1B6270-8050-4A36-96F3-C284B221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0DBE53-E649-402D-9FAE-A03D68D6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DB8F96-96B1-47BB-99A6-E404F0BA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757861-5824-459A-9F8C-D6CF2E10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683114-C3F0-4524-969A-89BCC24E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929A8C-8EB3-4751-A4BC-B5823A3A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F99624-D705-41AD-AE4C-244CC070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CD9CB8-32D7-44FD-ADCA-4CA75596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792528-2800-4722-B506-71AA2352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7A3207-FB20-44EC-97D3-DD0274AD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FC7E70-04B3-4BE8-A054-E0F4DABC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257EF6-54F3-46D7-9DB1-4EE62BF4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98D18C-61FF-4012-9E65-8D3819D7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5BB5A7-BD16-42DA-9E99-764A11BE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DD9DF4-7CE0-470F-B818-CEA2C9072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B85299-A772-4417-A650-2F8B6449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577448-9731-4C63-8A7D-046B8919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0C5E44-5C38-48AF-B2D2-23503733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861FBF-0DD0-47D6-AEE6-D968A569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E5D800-3719-4E86-A653-B6612A97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934210-D0E9-43C8-A3FE-DAEB4D5B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B5A174-6E00-48CC-BD17-E25954AC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15113514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E593E1-9C73-43FB-8A3F-416E9175F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2ce1cdc90a4a6a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40DEBB-EE5E-4B0B-8C67-8573A53F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8405A-DDF0-4C15-B5B0-A7C5CB90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7D2193-4382-4556-A47A-9F1DB0AF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9B8CD9-37F1-415F-8641-6767ACF77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61664-1419-450A-B306-380BA44C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F0C7F9-F03F-436E-A188-8C5D0979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7E72D-81E0-4728-B649-4C8D2E99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4862F1-20AA-4F0D-91C8-5CF782A1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652A79-3E98-4A51-A421-749315C1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F66135-EE4C-43C7-AF70-EE3E4223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36381A-E48D-41C1-A82B-57EBA8B65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3E97FE-AE42-420F-9483-10360DFC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E3D229-1983-4499-A242-3C9D2FA0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0FCE83-C2BD-44EC-84E0-8EC88E06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087891-846C-4E16-9CAC-49036FA5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CA718A-3A0A-4864-951A-CD7A55652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D9B2EE-03F7-4193-B18B-8234305B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627895-EB5C-445F-B30B-68FA5593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63"/>
                </a:solidFill>
              </a:defRPr>
            </a:pPr>
            <a:r>
              <a:rPr sz="1875" b="1">
                <a:solidFill>
                  <a:srgbClr val="102A63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2147F0-2983-4667-9DD5-6FE8342E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43900945964f2b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15ECC2-277F-4AE5-B892-A034B85C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9C8D82-2E8E-439F-818F-5FC60236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info@btgroup.kz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CC436E-EB6D-40F9-8F6D-C4F1756C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+7 706 700 48 35</a:t>
            </a:r>
          </a:p>
        </p:txBody>
      </p:sp>
    </p:spTree>
    <p:extLst>
      <p:ext uri="{BB962C8B-B14F-4D97-AF65-F5344CB8AC3E}">
        <p14:creationId xmlns:p14="http://schemas.microsoft.com/office/powerpoint/2010/main" val="6484805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2026-07-17T06:30:13.9930000Z</dcterms:created>
  <dcterms:modified xsi:type="dcterms:W3CDTF">2026-07-17T06:30:13.9930000Z</dcterms:modified>
</coreProperties>
</file>