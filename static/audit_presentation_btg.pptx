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3102c38eca46b9" /><Relationship Type="http://schemas.openxmlformats.org/officeDocument/2006/relationships/extended-properties" Target="/docProps/app.xml" Id="R399949b65e824664" /><Relationship Type="http://schemas.openxmlformats.org/officeDocument/2006/relationships/officeDocument" Target="/ppt/presentation.xml" Id="Rca23c55c7e53432a" /></Relationships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b7d1c7b4a84f70" /><Relationship Type="http://schemas.openxmlformats.org/officeDocument/2006/relationships/slideMaster" Target="/ppt/slideMasters/slideMaster1.xml" Id="R4e3ae12163474e4d" /><Relationship Type="http://schemas.openxmlformats.org/officeDocument/2006/relationships/notesMaster" Target="/ppt/notesMasters/notesMaster1.xml" Id="R31f831c321e749cb" /><Relationship Type="http://schemas.openxmlformats.org/officeDocument/2006/relationships/presProps" Target="/ppt/presProps.xml" Id="R99c8b9d8c6894aed" /><Relationship Type="http://schemas.openxmlformats.org/officeDocument/2006/relationships/tableStyles" Target="/ppt/tableStyles.xml" Id="R085a900b6e724756" /><Relationship Type="http://schemas.openxmlformats.org/officeDocument/2006/relationships/slide" Target="/ppt/slides/slide1.xml" Id="R430a630675a04467" /><Relationship Type="http://schemas.openxmlformats.org/officeDocument/2006/relationships/slide" Target="/ppt/slides/slide2.xml" Id="Rbef5b6f0c50547b7" /><Relationship Type="http://schemas.openxmlformats.org/officeDocument/2006/relationships/slide" Target="/ppt/slides/slide3.xml" Id="R65015bcbba6344a1" /><Relationship Type="http://schemas.openxmlformats.org/officeDocument/2006/relationships/slide" Target="/ppt/slides/slide4.xml" Id="Ra2c1b52a74944f18" /><Relationship Type="http://schemas.openxmlformats.org/officeDocument/2006/relationships/slide" Target="/ppt/slides/slide5.xml" Id="R79e1a67b4775494d" /><Relationship Type="http://schemas.openxmlformats.org/officeDocument/2006/relationships/slide" Target="/ppt/slides/slide6.xml" Id="R5af336cdb1b045de" /><Relationship Type="http://schemas.openxmlformats.org/officeDocument/2006/relationships/slide" Target="/ppt/slides/slide7.xml" Id="Rf81543f101904856" /><Relationship Type="http://schemas.openxmlformats.org/officeDocument/2006/relationships/slide" Target="/ppt/slides/slide8.xml" Id="Re461244ed5994d67" /><Relationship Type="http://schemas.openxmlformats.org/officeDocument/2006/relationships/slide" Target="/ppt/slides/slide9.xml" Id="Rc37fbec47d514608" /><Relationship Type="http://schemas.openxmlformats.org/officeDocument/2006/relationships/slide" Target="/ppt/slides/slide10.xml" Id="Reee92b6cef724ca7" /><Relationship Type="http://schemas.openxmlformats.org/officeDocument/2006/relationships/slide" Target="/ppt/slides/slide11.xml" Id="R2084266a83674a12" /><Relationship Type="http://schemas.openxmlformats.org/officeDocument/2006/relationships/slide" Target="/ppt/slides/slide12.xml" Id="R8af82a9903e14d3d" /><Relationship Type="http://schemas.openxmlformats.org/officeDocument/2006/relationships/slide" Target="/ppt/slides/slide13.xml" Id="R7cdf43c1386344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0746037bce44cb" /></Relationships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2c83e78870470d" /><Relationship Type="http://schemas.openxmlformats.org/officeDocument/2006/relationships/notesMaster" Target="/ppt/notesMasters/notesMaster1.xml" Id="Rbfc0446d91be43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f25a7277f34d41" /><Relationship Type="http://schemas.openxmlformats.org/officeDocument/2006/relationships/notesMaster" Target="/ppt/notesMasters/notesMaster1.xml" Id="Radfddaf31f4941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427f75733448bc" /><Relationship Type="http://schemas.openxmlformats.org/officeDocument/2006/relationships/notesMaster" Target="/ppt/notesMasters/notesMaster1.xml" Id="Ref7515c1286a46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62814e66bf4db4" /><Relationship Type="http://schemas.openxmlformats.org/officeDocument/2006/relationships/notesMaster" Target="/ppt/notesMasters/notesMaster1.xml" Id="Re726832b128c40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1768cefa34498e" /><Relationship Type="http://schemas.openxmlformats.org/officeDocument/2006/relationships/notesMaster" Target="/ppt/notesMasters/notesMaster1.xml" Id="R1c514aca075748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e400f0a86949bc" /><Relationship Type="http://schemas.openxmlformats.org/officeDocument/2006/relationships/notesMaster" Target="/ppt/notesMasters/notesMaster1.xml" Id="R090b8f84f3354e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4bd920789474112" /><Relationship Type="http://schemas.openxmlformats.org/officeDocument/2006/relationships/notesMaster" Target="/ppt/notesMasters/notesMaster1.xml" Id="Recb3497034cc4e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53bb1f32b24dab" /><Relationship Type="http://schemas.openxmlformats.org/officeDocument/2006/relationships/notesMaster" Target="/ppt/notesMasters/notesMaster1.xml" Id="Rb56a9cb3b35b4c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590ae0062d4b04" /><Relationship Type="http://schemas.openxmlformats.org/officeDocument/2006/relationships/notesMaster" Target="/ppt/notesMasters/notesMaster1.xml" Id="Rbc207253e6324b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6bf3f64c554cb3" /><Relationship Type="http://schemas.openxmlformats.org/officeDocument/2006/relationships/notesMaster" Target="/ppt/notesMasters/notesMaster1.xml" Id="Rd5038dad507147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8164f602ce4392" /><Relationship Type="http://schemas.openxmlformats.org/officeDocument/2006/relationships/notesMaster" Target="/ppt/notesMasters/notesMaster1.xml" Id="R16fc89131aa246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76b08791bd4d16" /><Relationship Type="http://schemas.openxmlformats.org/officeDocument/2006/relationships/notesMaster" Target="/ppt/notesMasters/notesMaster1.xml" Id="R85d089ae869949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2cb7e01a3b340ee" /><Relationship Type="http://schemas.openxmlformats.org/officeDocument/2006/relationships/notesMaster" Target="/ppt/notesMasters/notesMaster1.xml" Id="R8ec67043554e463e" /></Relationship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ebf19be5544bcd" /></Relationships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114cac02f74a5c" /><Relationship Type="http://schemas.openxmlformats.org/officeDocument/2006/relationships/slideLayout" Target="/ppt/slideLayouts/slideLayout1.xml" Id="R11d8cda569d2476f" /></Relationships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36bed56c84f30" /><Relationship Type="http://schemas.openxmlformats.org/officeDocument/2006/relationships/image" Target="/ppt/media/image.jpeg" Id="R6300837bf4c84d04" /><Relationship Type="http://schemas.openxmlformats.org/officeDocument/2006/relationships/image" Target="/ppt/media/image.png" Id="R8109ceccf3754a2f" /><Relationship Type="http://schemas.openxmlformats.org/officeDocument/2006/relationships/notesSlide" Target="/ppt/notesSlides/notesSlide1.xml" Id="R1d322019e24845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462ec250e4f72" /><Relationship Type="http://schemas.openxmlformats.org/officeDocument/2006/relationships/image" Target="/ppt/media/image2.png" Id="R666a3e12b671494c" /><Relationship Type="http://schemas.openxmlformats.org/officeDocument/2006/relationships/image" Target="/ppt/media/image3.png" Id="R695a6a63a0644bc6" /><Relationship Type="http://schemas.openxmlformats.org/officeDocument/2006/relationships/notesSlide" Target="/ppt/notesSlides/notesSlide2.xml" Id="R7c11543c645b48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c3ac6092c4a92" /><Relationship Type="http://schemas.openxmlformats.org/officeDocument/2006/relationships/image" Target="/ppt/media/image4.png" Id="R087ef7ae03404b3c" /><Relationship Type="http://schemas.openxmlformats.org/officeDocument/2006/relationships/notesSlide" Target="/ppt/notesSlides/notesSlide3.xml" Id="Ref0608c2147a4f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55ccdb30a419b" /><Relationship Type="http://schemas.openxmlformats.org/officeDocument/2006/relationships/image" Target="/ppt/media/image5.png" Id="Rd19fc41d39054c5c" /><Relationship Type="http://schemas.openxmlformats.org/officeDocument/2006/relationships/notesSlide" Target="/ppt/notesSlides/notesSlide4.xml" Id="R0b93682926f446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7691c3d9d4549" /><Relationship Type="http://schemas.openxmlformats.org/officeDocument/2006/relationships/image" Target="/ppt/media/image6.png" Id="R4c6fb6d31b2f48e1" /><Relationship Type="http://schemas.openxmlformats.org/officeDocument/2006/relationships/notesSlide" Target="/ppt/notesSlides/notesSlide5.xml" Id="Rea9ededbc1d040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023fadc2c4adf" /><Relationship Type="http://schemas.openxmlformats.org/officeDocument/2006/relationships/image" Target="/ppt/media/image7.png" Id="R49661265c77a4327" /><Relationship Type="http://schemas.openxmlformats.org/officeDocument/2006/relationships/notesSlide" Target="/ppt/notesSlides/notesSlide6.xml" Id="R93fe3e7e0a2440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0b506d59b433e" /><Relationship Type="http://schemas.openxmlformats.org/officeDocument/2006/relationships/image" Target="/ppt/media/image8.png" Id="Rb0802322d22a40f5" /><Relationship Type="http://schemas.openxmlformats.org/officeDocument/2006/relationships/notesSlide" Target="/ppt/notesSlides/notesSlide7.xml" Id="R4f9894d0061d41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87bb7acbb4a0a" /><Relationship Type="http://schemas.openxmlformats.org/officeDocument/2006/relationships/image" Target="/ppt/media/image9.png" Id="R9508cdef541e4fda" /><Relationship Type="http://schemas.openxmlformats.org/officeDocument/2006/relationships/notesSlide" Target="/ppt/notesSlides/notesSlide8.xml" Id="R45118753ba584a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581f10c374844" /><Relationship Type="http://schemas.openxmlformats.org/officeDocument/2006/relationships/image" Target="/ppt/media/image10.png" Id="R9feea43934964407" /><Relationship Type="http://schemas.openxmlformats.org/officeDocument/2006/relationships/notesSlide" Target="/ppt/notesSlides/notesSlide9.xml" Id="Re4b9df803bb7493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fbcb87ab049a4" /><Relationship Type="http://schemas.openxmlformats.org/officeDocument/2006/relationships/image" Target="/ppt/media/image11.png" Id="R4778e069d6cb45d2" /><Relationship Type="http://schemas.openxmlformats.org/officeDocument/2006/relationships/notesSlide" Target="/ppt/notesSlides/notesSlide10.xml" Id="R7fbba74a7b8b4f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7905dd38940b8" /><Relationship Type="http://schemas.openxmlformats.org/officeDocument/2006/relationships/image" Target="/ppt/media/image12.png" Id="Rb7136bc5711f4e0d" /><Relationship Type="http://schemas.openxmlformats.org/officeDocument/2006/relationships/notesSlide" Target="/ppt/notesSlides/notesSlide11.xml" Id="R84cd6ee45e3146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d67fce59c47a3" /><Relationship Type="http://schemas.openxmlformats.org/officeDocument/2006/relationships/image" Target="/ppt/media/image13.png" Id="Rd4f236852f184b4c" /><Relationship Type="http://schemas.openxmlformats.org/officeDocument/2006/relationships/notesSlide" Target="/ppt/notesSlides/notesSlide12.xml" Id="R8baed143a4b547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9e7b19f684e98" /><Relationship Type="http://schemas.openxmlformats.org/officeDocument/2006/relationships/image" Target="/ppt/media/image14.png" Id="R83fe51b89683493b" /><Relationship Type="http://schemas.openxmlformats.org/officeDocument/2006/relationships/image" Target="/ppt/media/image15.png" Id="R0402173db4af49f1" /><Relationship Type="http://schemas.openxmlformats.org/officeDocument/2006/relationships/notesSlide" Target="/ppt/notesSlides/notesSlide13.xml" Id="Rac6601f3706448fb" /></Relationships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7E07C6-2088-486E-AC4C-682A318B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eea4393496440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64D15-C071-4ED5-AA9D-51C018C3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2E67D-636D-4743-AFEA-1DE15793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1F80A-1DCC-4384-A3B3-81E790AA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BFB692-40F4-40B9-B484-999986FA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09004-9F2D-4873-9488-58522D54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284D7-70B4-4BA1-A56D-846BCFA3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2745F9-2A73-4EE6-9E2F-BEED1296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BB67E-6134-4578-8B48-759B8B88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B166F8-5E67-4C89-852B-1576DCD3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3CB9C-82A0-4432-AE8D-3571C33C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DFA141-9AA8-44B7-97F9-181F2AA8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B5FFCE-CCCF-4BF8-87A2-BCAF2AB1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A140C-0BA9-4C7E-810A-4DF3B506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5D14C5-2712-4AED-974D-1B373484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14B91-AD78-4651-B5EE-C7CC65A1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506436-D282-4A7E-A5D7-F13A050D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FB40EC-D233-4FF6-A2DE-38C2D159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B29666-CF80-458B-A646-5F58BD83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864375-0EA3-417B-B60F-3557A5CE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DF507E-8ACE-4DF2-9713-A7F7720A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25DF8F-B3DF-48E0-B172-17A17BBE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88F581-8CD3-44B5-80AF-2DA54444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C60832-305A-41F8-BA16-12205ED7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2B6427-2170-4D92-9E47-E46B7715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FB970-E282-4A1A-B7E8-8D8815BB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B174A7-2B94-4044-94D8-36B52285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57CFB7-AFFE-4AC5-8C00-3316E16A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AE4956-F662-46DD-B8B2-1DA0838F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A35CEC-511C-49B5-8570-94CF3059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25C003-9D14-48E0-834C-CD0B3BC4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688BD6-E410-41DD-A38A-DDD549FB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CB524F-3B32-4BBA-8D5E-76C0D363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3C7ABE8-6E25-4F20-8EA7-FBC15A2E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5443CA-E8F9-4F17-9A28-3509C93B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28CB5E-C2AF-4FB3-A7DB-0E0A00F2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BF9D32B-2081-49C5-AD50-5B4CB44C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CF942A-F3D7-4C57-AC3E-6C7FA2D60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19312041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90AA48-EFC5-407A-B7DF-3F97D76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78e069d6cb45d2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2153B-1BF6-43F1-AFE1-1C11B348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39732-4AD1-479B-9EDF-DC70BCB1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DC6B6-004E-47D5-AAB3-4B90D08F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74291-E523-4C4B-B674-192279A5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CC403-DE94-40C3-8FE1-7007C9AA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FD2B8-C03C-40EA-B1A8-66E5344E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E97A8-1051-4956-9640-785F9302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8AF44-E2AE-4A6B-B36A-33AA004A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9A6C9C-4B4F-4E9E-A2AC-DD103970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0C703-4885-4AA3-9BB4-6F66DF42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ED40A-AB62-41F6-B421-F2B35B66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D69070-B229-4756-AE66-454F00EE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67A384-498A-4F72-AF21-64F9263A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00399F-7ED4-438A-941F-86332921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975AF2-9B74-45A5-B657-D6E2C157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534312-0297-40EF-9DAF-3BB3831E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FB54C5-3D23-4CD2-A86C-142D69F4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3E4D53-E61E-4ED8-A0EA-CD34AB28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2AE897-7179-4C10-A27D-4A6A0F7E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AFC877-5958-4CA7-B464-D0A2661A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DAC203-9627-408D-9923-A05EDA1D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F24A0E-35D6-463B-963A-23D43CAC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546424-5510-43E6-862F-C2B8D1DD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760810-4B49-4757-88CE-802F4138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D4DD6E-05C0-4722-8710-586E92B3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9F4B24-8C3A-4685-BF82-929E74BF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BC71D-A210-42DA-8EA3-8226755B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B55997-1F54-4328-9834-E6BCB25F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A251DC-58F0-4D70-9263-16E6E665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5114BC-EC7D-4864-B585-148308E9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F2504E-1F15-402D-90BC-72E9CA2E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EABEE4-3540-4234-A30F-09581605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92AFBD-DF5B-4458-9874-D448DC0C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C64BD1-01B0-4B03-BD41-30163A77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3A8AC0-734E-41FD-A201-49F3E7E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66BBB8-3A1B-4789-8806-4BE243EE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5774AC-E98E-4FE0-8190-9921F9E7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20468079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611DF0-4BF3-47C0-9901-A08E613D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36bc5711f4e0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A4CEAF-A834-41CA-AD32-A046D256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8AB02-7C7B-46A3-801E-BD15DD59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57D59D-A068-4C7E-8F01-6A4A74F9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44D8A-7C62-4446-A1D5-617C9600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7A51D-F210-43BF-832B-B072CC11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21A445-FB89-4CDF-AABF-01721B06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64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780"/>
                </a:solidFill>
              </a:defRPr>
            </a:pPr>
            <a:r>
              <a:rPr sz="1350">
                <a:solidFill>
                  <a:srgbClr val="596780"/>
                </a:solidFill>
              </a:rPr>
              <a:t>Сначала 20% первоочередных мер, которые закрывают основную долю подтвержденных рисков.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BAF14-309F-43D0-A118-5D205C29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5265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AF68B-AEAC-4BF5-8880-EA1BB9D2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967C2A-389F-45E1-A422-A2445646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15419B-C4DE-4470-84FA-ADE3C6B7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D3CDB4-C576-439B-A048-91AAB4B2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ПРИОРИТЕТЫ И БЫСТРЫЕ МЕРЫ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834E6A-8705-4940-AAF3-0D119DF8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3D10BC-0612-434A-B32E-B947FCBCC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ABF158-1694-4DA2-85CD-93A59482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C4EFBB-50A7-46BE-90EF-1A11DDB8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02435-7CFD-439D-80E4-343E3AAF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E3A2D-826F-445A-9413-87CC45DC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ЧТО ДАСТ ЭТАП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4CC32-6866-421A-8587-622E96D2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{{ROADMAP_1_RESULT}}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9EB4D6-9113-44A6-83A1-B8A458809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6289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B35477-5280-4CE4-A354-C3BF2363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31–60 дней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D952D9-4FCA-40BF-87ED-7BC55D6E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BCC15C-1FE8-484B-A22C-6E0FB140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5484CB-501C-4F54-9DBC-10FB0E6B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ПИЛОТЫ И РЕГЛАМЕНТЫ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0E4F22-C28F-4212-9D59-362B2DE0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CDFED3-79E8-4E95-A3AF-0EDE6D82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56AFC3-342C-4BEA-A108-624C5DEC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44F6E7-3234-4D8F-A15E-FE34D12E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7ABE7A-FE0A-487D-A555-C72FB151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32EDF3-6F9F-46B0-B8C1-FFA7A0A6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ЧТО ДАСТ ЭТАП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FC5D15-6F9D-489C-AACC-9BACE33E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{{ROADMAP_2_RESULT}}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4BF13B-81F7-40CF-9679-EED290B7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6289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D616CF-019B-48EC-B351-CB969B206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61–90 дней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A7F4D3-E0BF-4202-AA93-5FD654B6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67623E7-C177-41B7-88C4-34589200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9C1B22-88E8-418D-98DE-F07E95EC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МАСШТАБИРОВАНИЕ И КОНТРОЛЬ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E7415B1-98D0-4804-9C49-9E6318CC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691976-A3F8-47FD-AB1D-353230BD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A1120A4-BCCD-4963-A3BC-BCA5B7AA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BFA2EC-3765-4E65-B1D9-50E5A34E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2A63"/>
                </a:solidFill>
              </a:defRPr>
            </a:pPr>
            <a:r>
              <a:rPr sz="1125">
                <a:solidFill>
                  <a:srgbClr val="102A63"/>
                </a:solidFill>
              </a:rPr>
              <a:t>{{ROADMAP_3_2}}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451643-AFFB-4BE9-8225-785007FCA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2E3E69-3621-438A-8DA9-56A33801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2048A8"/>
                </a:solidFill>
              </a:defRPr>
            </a:pPr>
            <a:r>
              <a:rPr sz="750" b="1">
                <a:solidFill>
                  <a:srgbClr val="2048A8"/>
                </a:solidFill>
              </a:rPr>
              <a:t>ЧТО ДАСТ ЭТАП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0818D7-F5EE-4444-902E-D4FECA1C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{{ROADMAP_3_RESULT}}</a:t>
            </a:r>
          </a:p>
        </p:txBody>
      </p:sp>
    </p:spTree>
    <p:extLst>
      <p:ext uri="{BB962C8B-B14F-4D97-AF65-F5344CB8AC3E}">
        <p14:creationId xmlns:p14="http://schemas.microsoft.com/office/powerpoint/2010/main" val="8070362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B18783-AF8E-4262-AAFE-69A82773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236852f184b4c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C0A187-B22D-4A91-8570-D97F8E81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74D72B-5E5E-4E89-89DE-F7A0F0BF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978E9-113A-4F97-B3A3-FC67272F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5B300-71FC-48FD-8C88-373A5169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842606-0C89-4710-9C3A-431F86CB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8865FD-0D4D-4517-94BE-C51132B1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A63"/>
                </a:solidFill>
              </a:defRPr>
            </a:pPr>
            <a:r>
              <a:rPr sz="2025" b="1">
                <a:solidFill>
                  <a:srgbClr val="102A63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D117FF-7EDA-42E6-A6A3-043F6785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780"/>
                </a:solidFill>
              </a:defRPr>
            </a:pPr>
            <a:r>
              <a:rPr sz="1350">
                <a:solidFill>
                  <a:srgbClr val="596780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AC7682-DE0F-4D14-B3FD-CC760B45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48A8"/>
                </a:solidFill>
              </a:defRPr>
            </a:pPr>
            <a:r>
              <a:rPr sz="1650" b="1">
                <a:solidFill>
                  <a:srgbClr val="2048A8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E45710-394E-4FD3-9319-78534A1F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A19953-A96B-4AFC-AC74-055BFC47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A41A7B-1D99-414C-8B42-12E2D6FD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0EBF81-F1EB-43D8-A988-952C0D0A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EBC457-F841-4096-B389-D5E6DBB7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943199-463C-458E-A7F5-9F602401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14E535-CB82-4E7E-B691-2819E7A8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FD33B0-90CF-4783-9234-39B798D0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63"/>
                </a:solidFill>
              </a:defRPr>
            </a:pPr>
            <a:r>
              <a:rPr sz="1725" b="1">
                <a:solidFill>
                  <a:srgbClr val="102A63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CC15E-BADD-450C-9C61-21585E52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612196-CE7E-4C9F-897D-313B2DE9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F2F9E6-92D2-4A90-AA9D-D7E1513B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FFE200-67E0-4961-B792-A1E8A9B1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F18B24-6D9D-4813-A29A-C315C4F5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B345EB-1EE0-4980-B6D8-1845C30E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291FB-16C3-4BEE-9E15-1409895A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7BBDB6-2857-449A-9AA9-25A1B68D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15364447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586B29-F35A-4627-A9EE-AE7FDE7D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e51b89683493b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FE92B7-C0D0-4CF8-8CC7-5E7B4332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82E90C-6C2D-430C-AC61-B7CB38F6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5D872-B6EA-46F0-ABF2-C1A6273A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0920E-4EC6-4DCF-AA3A-0CC3D446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DC03F-B6D3-4065-99A1-3AE2F34F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5CFFE-0867-4640-82B3-7C2144A5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FB1A1B-C416-47E0-878C-8556C3DA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1E1915-10C4-4DC8-A330-9EFD0CDB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6E2450-F043-48DD-8E23-AEBA209D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83894C-97AA-4C46-B5AD-C89A9567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FF582-BF45-4467-BDFB-9D115ED0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671210-F536-4378-BFEE-4AE61CDC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C20EE-4A49-4E16-8BB9-F286D64B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000B54-5587-4F20-96E5-F22355F3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3393D8-F02D-44B6-A583-16449076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E1E165-10C2-4D06-A6C3-4436FA5F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7784B-AD2D-4B92-93E5-4C0C9D4A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E905F1-9C57-45F1-8442-E19513BF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C93D15-D1AA-4115-8D3D-E7F8B2DF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2173db4af49f1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93F615-762F-4C44-BF24-86BA5560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7B3B2D-C052-40AF-9EDF-57F5D392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46E877-F510-48B0-8B3F-D6CBEB05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1397050992"/>
      </p:ext>
    </p:extLst>
  </p:cSld>
</p:sld>
</file>