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3563106b8c44255" /><Relationship Type="http://schemas.openxmlformats.org/officeDocument/2006/relationships/extended-properties" Target="/docProps/app.xml" Id="R09c7e5f284d041f6" /><Relationship Type="http://schemas.openxmlformats.org/officeDocument/2006/relationships/officeDocument" Target="/ppt/presentation.xml" Id="Re93cadad631c47e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bf56ca6f4044bb"/>
  </p:sldMasterIdLst>
  <p:notesMasterIdLst>
    <p:notesMasterId xmlns:r="http://schemas.openxmlformats.org/officeDocument/2006/relationships" r:id="R40b92e844a384268"/>
  </p:notesMasterIdLst>
  <p:sldIdLst>
    <p:sldId xmlns:r="http://schemas.openxmlformats.org/officeDocument/2006/relationships" id="256" r:id="R40031d89b2304b2b"/>
    <p:sldId xmlns:r="http://schemas.openxmlformats.org/officeDocument/2006/relationships" id="257" r:id="Rb0ed26fc59d74cb8"/>
    <p:sldId xmlns:r="http://schemas.openxmlformats.org/officeDocument/2006/relationships" id="258" r:id="Rf50829e1b7e94926"/>
    <p:sldId xmlns:r="http://schemas.openxmlformats.org/officeDocument/2006/relationships" id="259" r:id="R59ed6b84ab7c40d2"/>
    <p:sldId xmlns:r="http://schemas.openxmlformats.org/officeDocument/2006/relationships" id="260" r:id="R2af4b4d8fc874f6a"/>
    <p:sldId xmlns:r="http://schemas.openxmlformats.org/officeDocument/2006/relationships" id="261" r:id="R08d7dad73ac14605"/>
    <p:sldId xmlns:r="http://schemas.openxmlformats.org/officeDocument/2006/relationships" id="262" r:id="Ra33135399bb144ce"/>
    <p:sldId xmlns:r="http://schemas.openxmlformats.org/officeDocument/2006/relationships" id="263" r:id="R1bf44685ace14cc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45751e6c8a54748" /><Relationship Type="http://schemas.openxmlformats.org/officeDocument/2006/relationships/slideMaster" Target="/ppt/slideMasters/slideMaster1.xml" Id="R7ebf56ca6f4044bb" /><Relationship Type="http://schemas.openxmlformats.org/officeDocument/2006/relationships/notesMaster" Target="/ppt/notesMasters/notesMaster1.xml" Id="R40b92e844a384268" /><Relationship Type="http://schemas.openxmlformats.org/officeDocument/2006/relationships/presProps" Target="/ppt/presProps.xml" Id="R1a76751917e84c14" /><Relationship Type="http://schemas.openxmlformats.org/officeDocument/2006/relationships/tableStyles" Target="/ppt/tableStyles.xml" Id="R84112b44f1ae48ae" /><Relationship Type="http://schemas.openxmlformats.org/officeDocument/2006/relationships/slide" Target="/ppt/slides/slide1.xml" Id="R40031d89b2304b2b" /><Relationship Type="http://schemas.openxmlformats.org/officeDocument/2006/relationships/slide" Target="/ppt/slides/slide2.xml" Id="Rb0ed26fc59d74cb8" /><Relationship Type="http://schemas.openxmlformats.org/officeDocument/2006/relationships/slide" Target="/ppt/slides/slide3.xml" Id="Rf50829e1b7e94926" /><Relationship Type="http://schemas.openxmlformats.org/officeDocument/2006/relationships/slide" Target="/ppt/slides/slide4.xml" Id="R59ed6b84ab7c40d2" /><Relationship Type="http://schemas.openxmlformats.org/officeDocument/2006/relationships/slide" Target="/ppt/slides/slide5.xml" Id="R2af4b4d8fc874f6a" /><Relationship Type="http://schemas.openxmlformats.org/officeDocument/2006/relationships/slide" Target="/ppt/slides/slide6.xml" Id="R08d7dad73ac14605" /><Relationship Type="http://schemas.openxmlformats.org/officeDocument/2006/relationships/slide" Target="/ppt/slides/slide7.xml" Id="Ra33135399bb144ce" /><Relationship Type="http://schemas.openxmlformats.org/officeDocument/2006/relationships/slide" Target="/ppt/slides/slide8.xml" Id="R1bf44685ace14cc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5491f4d7a048f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49085bae3242c6" /><Relationship Type="http://schemas.openxmlformats.org/officeDocument/2006/relationships/notesMaster" Target="/ppt/notesMasters/notesMaster1.xml" Id="Rd34ba453373a43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a2cbf102c649a4" /><Relationship Type="http://schemas.openxmlformats.org/officeDocument/2006/relationships/notesMaster" Target="/ppt/notesMasters/notesMaster1.xml" Id="R24cc8ae47eab43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64f826930a243b2" /><Relationship Type="http://schemas.openxmlformats.org/officeDocument/2006/relationships/notesMaster" Target="/ppt/notesMasters/notesMaster1.xml" Id="R3d4204be13f049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63978a0927347e4" /><Relationship Type="http://schemas.openxmlformats.org/officeDocument/2006/relationships/notesMaster" Target="/ppt/notesMasters/notesMaster1.xml" Id="R46a070fd37ea46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3b8d37f0ee43b7" /><Relationship Type="http://schemas.openxmlformats.org/officeDocument/2006/relationships/notesMaster" Target="/ppt/notesMasters/notesMaster1.xml" Id="R7bb15983df2e4c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341473cc5114c6d" /><Relationship Type="http://schemas.openxmlformats.org/officeDocument/2006/relationships/notesMaster" Target="/ppt/notesMasters/notesMaster1.xml" Id="R54b9dfb1060241d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80b80e545b346d2" /><Relationship Type="http://schemas.openxmlformats.org/officeDocument/2006/relationships/notesMaster" Target="/ppt/notesMasters/notesMaster1.xml" Id="Ra9f5d89db3a542d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f8fdd2fdcb54ab6" /><Relationship Type="http://schemas.openxmlformats.org/officeDocument/2006/relationships/notesMaster" Target="/ppt/notesMasters/notesMaster1.xml" Id="Rf34bf9b5ca6e41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8b35603d4148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233b0bfa01486a" /><Relationship Type="http://schemas.openxmlformats.org/officeDocument/2006/relationships/slideLayout" Target="/ppt/slideLayouts/slideLayout1.xml" Id="Ra3e140d22e3f41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3e140d22e3f41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ce32263a024871" /><Relationship Type="http://schemas.openxmlformats.org/officeDocument/2006/relationships/image" Target="/ppt/media/image.png" Id="Rc7480c3ccc364f10" /><Relationship Type="http://schemas.openxmlformats.org/officeDocument/2006/relationships/image" Target="/ppt/media/image2.png" Id="R8d15ca23a79146ed" /><Relationship Type="http://schemas.openxmlformats.org/officeDocument/2006/relationships/notesSlide" Target="/ppt/notesSlides/notesSlide1.xml" Id="R87f25e576d4a4a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6e722c1fdd4b7d" /><Relationship Type="http://schemas.openxmlformats.org/officeDocument/2006/relationships/image" Target="/ppt/media/image3.png" Id="R11d45b6c9eae4967" /><Relationship Type="http://schemas.openxmlformats.org/officeDocument/2006/relationships/notesSlide" Target="/ppt/notesSlides/notesSlide2.xml" Id="R94ce14d03903471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84e9f685f8414d" /><Relationship Type="http://schemas.openxmlformats.org/officeDocument/2006/relationships/image" Target="/ppt/media/image4.png" Id="R0669ac406e4b47e8" /><Relationship Type="http://schemas.openxmlformats.org/officeDocument/2006/relationships/notesSlide" Target="/ppt/notesSlides/notesSlide3.xml" Id="R3c19f7ba334d4d3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fa82bb39d74d90" /><Relationship Type="http://schemas.openxmlformats.org/officeDocument/2006/relationships/image" Target="/ppt/media/image5.png" Id="Re8b940f96f7e4d6e" /><Relationship Type="http://schemas.openxmlformats.org/officeDocument/2006/relationships/notesSlide" Target="/ppt/notesSlides/notesSlide4.xml" Id="Rd275d379a62f4a8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4008fcee9145d3" /><Relationship Type="http://schemas.openxmlformats.org/officeDocument/2006/relationships/image" Target="/ppt/media/image6.png" Id="R0450f1ee05b5433b" /><Relationship Type="http://schemas.openxmlformats.org/officeDocument/2006/relationships/notesSlide" Target="/ppt/notesSlides/notesSlide5.xml" Id="R00a9e0d0daf74b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14e677df2342bb" /><Relationship Type="http://schemas.openxmlformats.org/officeDocument/2006/relationships/image" Target="/ppt/media/image7.png" Id="R57257165ae534491" /><Relationship Type="http://schemas.openxmlformats.org/officeDocument/2006/relationships/notesSlide" Target="/ppt/notesSlides/notesSlide6.xml" Id="Rf8b6665c00dd4d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f28750430b4be3" /><Relationship Type="http://schemas.openxmlformats.org/officeDocument/2006/relationships/image" Target="/ppt/media/image8.png" Id="R8d065405e09e4dae" /><Relationship Type="http://schemas.openxmlformats.org/officeDocument/2006/relationships/notesSlide" Target="/ppt/notesSlides/notesSlide7.xml" Id="R3e6de6c2b69d4c2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3d46328375417f" /><Relationship Type="http://schemas.openxmlformats.org/officeDocument/2006/relationships/image" Target="/ppt/media/image9.png" Id="Rb67dc194222f4676" /><Relationship Type="http://schemas.openxmlformats.org/officeDocument/2006/relationships/image" Target="/ppt/media/image10.png" Id="R56473b8fbf4f457e" /><Relationship Type="http://schemas.openxmlformats.org/officeDocument/2006/relationships/notesSlide" Target="/ppt/notesSlides/notesSlide8.xml" Id="R3999c0a5917546a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AD3083B-BA1D-4491-BFB8-D29E522C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8690DA-3F64-40DD-B316-603CCC00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67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480c3ccc364f10"/>
          <a:stretch xmlns:a="http://schemas.openxmlformats.org/drawingml/2006/main"/>
        </p:blipFill>
        <p:spPr>
          <a:xfrm xmlns:a="http://schemas.openxmlformats.org/drawingml/2006/main">
            <a:off x="942635" y="523875"/>
            <a:ext cx="1867580" cy="85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8C7E3F-A743-4F13-925F-F5F0DC37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ЭКСПЕРТНЫЙ АУДИТ ИТ И ИБ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BAD9E0-4AAE-45AD-9A43-54918C50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600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02A63"/>
                </a:solidFill>
              </a:defRPr>
            </a:pPr>
            <a:r>
              <a:rPr sz="3750" b="1">
                <a:solidFill>
                  <a:srgbClr val="102A63"/>
                </a:solidFill>
              </a:rPr>
              <a:t>{{COMPANY}}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972532-12D3-4295-B072-08CDA642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96780"/>
                </a:solidFill>
              </a:defRPr>
            </a:pPr>
            <a:r>
              <a:rPr sz="1650">
                <a:solidFill>
                  <a:srgbClr val="596780"/>
                </a:solidFill>
              </a:rPr>
              <a:t>{{INDUSTRY}}  •  {{CITY}}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B577D0-61A8-4DFA-B268-930C74F03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71033E-5917-4110-BCDD-69FA283E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9EDEF5-6BB9-4A19-B43D-4B110D79F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{{IT_SCORE}}%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A26A8D-654D-4230-8656-9FDB7D653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3EE739-D44D-46EC-A7C7-79A63C03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7C708F-E113-49B5-A6C2-FAE0931FF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75FC5C-6552-47E6-9325-48C930463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625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{{DATE}}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5ca23a79146ed"/>
          <a:srcRect xmlns:a="http://schemas.openxmlformats.org/drawingml/2006/main" l="0" t="132" r="0" b="1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96150" y="0"/>
            <a:ext cx="4895850" cy="68580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628EEB-A6A3-4E7A-B8AB-BB04EA0F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198B0E-9CCF-4A37-9996-48C96262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96780"/>
                </a:solidFill>
              </a:defRPr>
            </a:pPr>
            <a:r>
              <a:rPr sz="1050" b="1">
                <a:solidFill>
                  <a:srgbClr val="596780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19657187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8E1078-7AF0-4EB0-95CF-5339386D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45b6c9eae4967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B5E1D0-CDEB-42F4-9D5B-C0CBE7AA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Главный вывод аудита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89AE89-C5C4-4DB3-912E-B37C76D0C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EFE5CA-0BF5-4DE8-8F83-AE9D4F367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941CEC-7A2B-4FDB-BEBF-C75DA0C1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F449D-4640-42CB-8324-B9BADB1C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12A747-84A5-48EF-B76D-F2873BB1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4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048A8"/>
                </a:solidFill>
              </a:defRPr>
            </a:pPr>
            <a:r>
              <a:rPr sz="2100" b="1">
                <a:solidFill>
                  <a:srgbClr val="2048A8"/>
                </a:solidFill>
              </a:rPr>
              <a:t>{{SUMMARY_TITLE}}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892B84-4789-4B26-8C8A-788FB66A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3BF934-885F-4AED-8900-44069AF9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43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{{SUMMARY_1}}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1A639E-DB5F-455F-83EE-E9BDD3C4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ECC34F-A7C5-4C30-859D-3503B8702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1A74D5-7AD7-49CC-93D2-49A56493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{{SUMMARY_2}}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B70247-D6D1-4B4F-9738-977E596E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780495-FC39-4F9C-8AA7-235F4967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C38120-3C52-4F9E-8533-63DB73489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{{SUMMARY_3}}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9CDFBF-5C9C-4DFC-BA0F-46F8400F0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29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A99218-C2B0-47F4-B496-47E88CDB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004AE1-73E4-485A-AC6F-BE310AE25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{{SUMMARY_4}}</a:t>
            </a:r>
          </a:p>
        </p:txBody>
      </p:sp>
    </p:spTree>
    <p:extLst>
      <p:ext uri="{BB962C8B-B14F-4D97-AF65-F5344CB8AC3E}">
        <p14:creationId xmlns:p14="http://schemas.microsoft.com/office/powerpoint/2010/main" val="14267204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62FE69-11FB-46BB-95F9-5BF8520D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9ac406e4b47e8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635638-6831-4DF1-BB99-A1FA1B11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Контекст инфраструктуры определяет приоритеты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8C487-192A-4A08-992B-098E03A9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E6C933-B606-49A6-8729-1F414A53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0A84F0-CBCC-4EAD-9DD6-C2664C190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48CC-C0A7-4F90-9E72-0BCECA84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09A88E-E32A-4EB5-A535-9B416F80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9525">
            <a:solidFill>
              <a:srgbClr val="2048A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D4E6EB-D0BF-47A1-A639-A1B2A8E1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E06EBC-FA7E-4249-A7E4-A01F2A3C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5A8AD-9E22-405F-973D-AB6C8696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740950-F759-4C5B-9DC5-4043EDEE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2B818F-4A53-4D12-85B3-8EED1BB1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B1FE2E-C544-4BD1-8F3B-9C9F211C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ECFFAD-212B-4061-87DC-2BD1839E3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DC019A-7D97-4655-B75D-C24F592C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09163A-7F70-48E0-AA45-8A5E2F87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1C8D9D-68F2-42D0-B11C-5A879114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ED9B56-E5DB-4238-835C-EA0400B1C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EAFEC3-69E4-4008-90A9-F1FB8D8CC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43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48A8"/>
                </a:solidFill>
              </a:defRPr>
            </a:pPr>
            <a:r>
              <a:rPr sz="1350" b="1">
                <a:solidFill>
                  <a:srgbClr val="2048A8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369B4E-EEAB-4507-BB1B-16EC03B73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43300"/>
            <a:ext cx="10648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9C72F9-650A-44C5-9A4F-FF0622329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672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48A8"/>
                </a:solidFill>
              </a:defRPr>
            </a:pPr>
            <a:r>
              <a:rPr sz="1350" b="1">
                <a:solidFill>
                  <a:srgbClr val="2048A8"/>
                </a:solidFill>
              </a:rPr>
              <a:t>Что это означает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57BE6C-B20C-4BE2-9FE0-E6B3D1B7A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67300"/>
            <a:ext cx="106489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02A63"/>
                </a:solidFill>
              </a:defRPr>
            </a:pPr>
            <a:r>
              <a:rPr sz="1425">
                <a:solidFill>
                  <a:srgbClr val="102A63"/>
                </a:solidFill>
              </a:rPr>
              <a:t>{{PROFILE_IMPLICATION}}</a:t>
            </a:r>
          </a:p>
        </p:txBody>
      </p:sp>
    </p:spTree>
    <p:extLst>
      <p:ext uri="{BB962C8B-B14F-4D97-AF65-F5344CB8AC3E}">
        <p14:creationId xmlns:p14="http://schemas.microsoft.com/office/powerpoint/2010/main" val="18972489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277B7B-8AA1-4934-99EF-9B23B9B6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b940f96f7e4d6e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250F2A-D978-4ACB-B6C4-6BC2C79F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Четыре риска требуют управленческого внимания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614BA7-C553-4F56-B335-C0E488E9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BD742A-ED69-48DF-87C6-634CBC3D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FF6EF0-FBF4-4FEE-948A-FA54B4E1A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443FC9-6AF5-462A-8120-F6586471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0D5FD0-7B7D-43E1-A879-678EE3F3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1047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74D888-2CD4-48DD-8826-A842BB1A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049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{{RISK_1_LEVEL}}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3C807F-F2D9-409C-B0AC-0DF3C4C1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40970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{{RISK_1_TITLE}}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27C29-82DB-4529-B434-65360AFF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8097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{{RISK_1_IMPACT}}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569D34-6566-4A6A-B676-45D14F73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47650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BDFC0D-9C85-47D5-9853-CD99236D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9850"/>
            <a:ext cx="1047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D948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C74461-CCEB-4A9E-8336-A70703D1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051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{{RISK_2_LEVEL}}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A1A0F7-A107-4F73-91DF-D0E5B5B5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60985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{{RISK_2_TITLE}}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0A375E-0F5B-4F9F-AA8B-A8ACFFEA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0099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{{RISK_2_IMPACT}}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753C45-88AE-41F7-9393-B6B3FF2D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6766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B9914D-157F-40F8-BBB4-2C484537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10000"/>
            <a:ext cx="1047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E677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A98348-50C4-4C1B-A210-99D678652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05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{{RISK_3_LEVEL}}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D72AEC-D117-4C1B-905D-064D744F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81000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{{RISK_3_TITLE}}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A9997D-ADE7-4556-B578-9AB42935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21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{{RISK_3_IMPACT}}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34D575-E699-4DB4-B3C9-9EEB60A0D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87680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2E6899-CEA8-4F75-BD05-96FC528B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10150"/>
            <a:ext cx="1047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40BD81-1718-4316-B291-E3CA547F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054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{{RISK_4_LEVEL}}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1364AE-7ADA-4B2A-BA06-9F1FBD4C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01015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{{RISK_4_TITLE}}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5E1AE6-CFC6-488C-BFAC-8388554F2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4102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{{RISK_4_IMPACT}}</a:t>
            </a:r>
          </a:p>
        </p:txBody>
      </p:sp>
    </p:spTree>
    <p:extLst>
      <p:ext uri="{BB962C8B-B14F-4D97-AF65-F5344CB8AC3E}">
        <p14:creationId xmlns:p14="http://schemas.microsoft.com/office/powerpoint/2010/main" val="19210292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F381DC-E1D4-42F2-B78F-655873522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50f1ee05b5433b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4D9933-E7F6-42DF-92E5-DFA22970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ИТ-рекомендации укрепляют управляемость среды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BF9D17-A0D5-4BD0-9C77-D3E09962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03A163-5A8A-49BE-8780-71B71458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DC28AB-F08C-4987-9AFB-D3DAA07E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BF210-2D34-4D31-BD70-365858AF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3A02EE-85B9-42D9-8521-73F6FACC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3A5439-3FCE-456D-989A-3E0A4F02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409700"/>
            <a:ext cx="998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{{IT_1_TITLE}}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1E00D4-9F00-44BB-98C3-E2B2B39C7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704975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{{IT_1_ACTION}}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CFD71D-A3AE-4C09-99E8-435379140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7170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5D3106-365B-4297-B641-C9DACE75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1526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{{IT_1_SOLUTION}}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DCC388-D6D5-45F4-AB5F-72B817F58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1717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338DC1-3D6B-4175-ADC6-FBC4B06D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526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{{IT_1_VENDORS}}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FBBB60-61BF-4B06-805C-5F3A35C5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5270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37C160-F9AA-43EF-A493-5E88FB2B4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D6E0ED-43BA-4D7D-9AED-B2603D78A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67000"/>
            <a:ext cx="998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{{IT_2_TITLE}}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2723CB-97C3-4B7A-8D8F-9D5994800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62275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{{IT_2_ACTION}}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187365-00DF-43FE-AC5B-C019129D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2900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506CE6-6139-46F4-949A-1AB79E3C1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09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{{IT_2_SOLUTION}}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E06517-937C-4AD3-B217-8EA5DD7B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4290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D563F1-F507-435A-BD31-5EF7395B6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4099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{{IT_2_VENDORS}}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8A17A2-3929-438F-A489-69C87CBC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7F24B3-1ABB-46AF-BB91-9C626187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D481EB-365F-46BB-83AF-FC265507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24300"/>
            <a:ext cx="998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{{IT_3_TITLE}}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7FB809-48B6-4DE0-9F65-EB6CA5C13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19575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{{IT_3_ACTION}}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374D2C-FD11-45B0-B497-6DF2BF1A7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8630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24843B-9491-41AE-ABA8-493F34A5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6672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{{IT_3_SOLUTION}}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4CBE8E-58E5-4A00-8ADE-716D8253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6863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DC8B40-3FBA-4DFD-965E-0B785F93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672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{{IT_3_VENDORS}}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A0174E-01A0-4DE8-A20E-39BACC81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6730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D3055E-80C3-446A-851D-8576D1C9E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79560C-8263-45E3-88CE-1BBCD2A7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81600"/>
            <a:ext cx="998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{{IT_4_TITLE}}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92907C9-2C36-4F98-AC21-CBE9744B3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76875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{{IT_4_ACTION}}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364AE7E-A967-4405-840B-05B8AF61E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94360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DA280D-0219-42BA-A088-FCA07022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924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{{IT_4_SOLUTION}}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B750472-18AE-4F3C-ADC9-B7F9E0F8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9436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A63911-AB8A-4865-BE32-286F8AD3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924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{{IT_4_VENDORS}}</a:t>
            </a:r>
          </a:p>
        </p:txBody>
      </p:sp>
    </p:spTree>
    <p:extLst>
      <p:ext uri="{BB962C8B-B14F-4D97-AF65-F5344CB8AC3E}">
        <p14:creationId xmlns:p14="http://schemas.microsoft.com/office/powerpoint/2010/main" val="14108187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042D66-DD95-414C-825C-B13003D4F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257165ae534491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FA2A4E-A039-4E1A-B7A2-50BC33A0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ИБ-рекомендации снижают наиболее вероятные риски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A6CE7-E6E3-414C-927C-3D98BAF7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CEC1D-4BB5-4E81-8813-9C947231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A06336-7D3C-4E63-A706-A9CEA9F5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76E690-54D7-45AA-8BBF-763AE5C0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22BCCF-13EC-49CA-A2EB-EE693EB1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572C6B-D38F-42AF-83F0-F0907A2A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409700"/>
            <a:ext cx="998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{{SEC_1_TITLE}}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436D7B-F24E-418F-80DA-A740A8D4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704975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{{SEC_1_ACTION}}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A7D474-04BE-4084-BE92-DEAEEF2E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7170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34A6C2-35BE-46B5-9545-25E7E742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1526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{{SEC_1_SOLUTION}}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ADFFF6-BE4D-4EAB-AF88-53FACA68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1717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1F7450-FE8F-4605-BFBF-09BD3135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526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{{SEC_1_VENDORS}}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BB4DAC-60E5-477E-839D-E3D1DFF7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5270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ECD0E7-BE61-4D73-8544-03E81B242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47DE8C-A184-4B11-B2F7-9E6D3697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67000"/>
            <a:ext cx="998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{{SEC_2_TITLE}}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F8B478-7CE2-4825-96BD-F18D4DEE6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62275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{{SEC_2_ACTION}}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42A56F-01B7-4646-A5F4-F9325201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2900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47FAD5-F46C-4DF7-8DC0-CFB1BA68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409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{{SEC_2_SOLUTION}}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B95DF1-B9D0-4F2D-B1E8-EA18169A2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4290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811F30-E2C1-40D7-9056-BA69AAAF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4099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{{SEC_2_VENDORS}}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0EF1B8-0128-41E1-960A-FD9A3AEEE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9DB173-393A-4926-8DC2-C11E5D85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125B24-35D3-4D4E-A124-52C266C3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24300"/>
            <a:ext cx="998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{{SEC_3_TITLE}}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EF66DF-762C-44BA-8282-C483AA34C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19575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{{SEC_3_ACTION}}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244DFF-8699-4814-A22F-1F79DBFD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8630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B801EC-4BE4-414E-B200-858B4909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6672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{{SEC_3_SOLUTION}}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5DD380-8155-44E2-B6EC-A8772B18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6863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4089DA9-CF15-4030-9D08-817890F6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672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{{SEC_3_VENDORS}}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A93F98-9B3E-4994-84A7-4C3F5EBA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67300"/>
            <a:ext cx="998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C19C4D-8A2C-4ED9-A26F-13BED182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2BC3D0-A0B6-4315-8A28-05FBE64DB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81600"/>
            <a:ext cx="998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{{SEC_4_TITLE}}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F94DC58-7ABF-455D-BCA1-1325E4DD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76875"/>
            <a:ext cx="998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{{SEC_4_ACTION}}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22D6F2-83BE-455C-A0A7-D39CAF97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943600"/>
            <a:ext cx="742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151879-2718-4C6B-8299-15B5A55F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924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{{SEC_4_SOLUTION}}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360B97E-6FEA-488E-92CB-4CF56132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9436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A65C7D4-0281-4EE8-B5B1-CDF402A7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9245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{{SEC_4_VENDORS}}</a:t>
            </a:r>
          </a:p>
        </p:txBody>
      </p:sp>
    </p:spTree>
    <p:extLst>
      <p:ext uri="{BB962C8B-B14F-4D97-AF65-F5344CB8AC3E}">
        <p14:creationId xmlns:p14="http://schemas.microsoft.com/office/powerpoint/2010/main" val="211163794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BC47E2-1CBA-418B-83FC-D5AD4723A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065405e09e4dae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A55B2B-D9E6-40C3-9F98-F88215C2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C0B251-D6F2-4D98-AE53-239F6767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CEC858-FFDF-4566-94B7-BA2B0C3C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C874F5-84A1-4EF1-97E7-751FE1A7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6B14BE-1B12-4EF7-9AFC-2ACFCDE7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389591-C8DD-4BB4-8B4E-F923C9F3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AB9D1F-3CC7-4291-A636-97BC00F6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70728-EC2D-4DCF-96D2-AFF50FFC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AD752B-3860-4744-AA47-4E87AFFBC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CD946-F289-41C6-8F7F-59696A7CB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{{ROADMAP_1_1}}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D02642-8FEE-4BFD-A5DB-EF311046E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11CEA5-B24D-47BB-AE29-1D750324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6F4A9E-7F30-4970-8409-9F21C84B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{{ROADMAP_1_2}}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A54852-7400-4FA1-8E52-2C423E651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83241C-C1B4-4910-9FE4-A4314E6A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C4727F-2C8B-4FA7-87FF-37C29E715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31–60 дней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699C43-EEFD-4BE9-9918-EAEDEB29D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98DEFB-5D17-4524-B623-EFCEBFFC3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{{ROADMAP_2_1}}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876C6F-5DEF-4571-BB0F-8342DC251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09268E-FA3D-4F65-96C7-40DE9FB88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184B90-879D-4406-ACBD-53837C17C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{{ROADMAP_2_2}}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6E716C-27C8-4CC8-8685-6A90C11C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FCF885-9F86-4B11-80FD-7C1DB1A74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47232B-A9BB-4E49-BC45-18DE2449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61–90 дней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CF929E-908D-4BB8-999B-CEE6D8E0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A0E782-CF7A-4884-9B9A-4D60F050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{{ROADMAP_3_1}}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E96296-914A-4E4C-923A-5EBA91BC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E88763-FB6A-42ED-BD05-7771BB618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8FB042-05FB-445D-ADD4-AE0A8391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{{ROADMAP_3_2}}</a:t>
            </a:r>
          </a:p>
        </p:txBody>
      </p:sp>
    </p:spTree>
    <p:extLst>
      <p:ext uri="{BB962C8B-B14F-4D97-AF65-F5344CB8AC3E}">
        <p14:creationId xmlns:p14="http://schemas.microsoft.com/office/powerpoint/2010/main" val="19869628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36C115-410D-4886-A9D9-0755D1D7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7dc194222f4676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157567-0F5B-449E-A6ED-7E8FB30C1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BEB26F-050F-4E86-B2FD-3633137B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4D2CEB-99DD-4380-9857-45C35C19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CFE90A-23E5-410E-BBC9-63D41D19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907199-FC28-43A6-8166-F8004ACE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00796-AA6F-451D-8AB6-42BE84CC9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057391-1A10-4A45-AD09-6148B5C40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1C1D65-21C4-44F6-8016-6857AB81F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190255-B4B5-4172-B02D-EE3668C8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002E77-ABF7-4032-A87C-378D640AA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B28B97-44A9-463D-BED1-8350FCF3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4D822E-A4B0-4255-A524-F78E98FA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F9800E-9CC4-4CD1-B36D-5B1C3000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D73D23-341A-4001-B09B-37CCA2B1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4B53C1-09C7-4E5B-B5E2-C0C4B2B4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041544-1FA0-4049-AA76-FE963A44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E7904B-00B2-4F38-B1B9-D17A72850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EB316A-C92B-4246-96EB-ED454014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A63"/>
                </a:solidFill>
              </a:defRPr>
            </a:pPr>
            <a:r>
              <a:rPr sz="1875" b="1">
                <a:solidFill>
                  <a:srgbClr val="102A63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809F09-E85B-4049-99B3-1E2EB2039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473b8fbf4f457e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135BAA-7C21-4041-8F97-43EE149FB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B84DB4-A4A6-4CF3-B984-DA388D79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info@btgroup.kz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4B5F15-AC7E-4451-A3F9-8681AF6C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+7 706 700 48 35</a:t>
            </a:r>
          </a:p>
        </p:txBody>
      </p:sp>
    </p:spTree>
    <p:extLst>
      <p:ext uri="{BB962C8B-B14F-4D97-AF65-F5344CB8AC3E}">
        <p14:creationId xmlns:p14="http://schemas.microsoft.com/office/powerpoint/2010/main" val="18273060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2026-07-17T05:45:09.8350000Z</dcterms:created>
  <dcterms:modified xsi:type="dcterms:W3CDTF">2026-07-17T05:45:09.8350000Z</dcterms:modified>
</coreProperties>
</file>