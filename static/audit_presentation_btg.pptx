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0f9f0273494060" /><Relationship Type="http://schemas.openxmlformats.org/officeDocument/2006/relationships/extended-properties" Target="/docProps/app.xml" Id="Rb2240098f9bb4eeb" /><Relationship Type="http://schemas.openxmlformats.org/officeDocument/2006/relationships/officeDocument" Target="/ppt/presentation.xml" Id="R6ad2266a4f314c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1ab93083404be1"/>
  </p:sldMasterIdLst>
  <p:notesMasterIdLst>
    <p:notesMasterId xmlns:r="http://schemas.openxmlformats.org/officeDocument/2006/relationships" r:id="Rd3cc0b4b5bfe48a5"/>
  </p:notesMasterIdLst>
  <p:sldIdLst>
    <p:sldId xmlns:r="http://schemas.openxmlformats.org/officeDocument/2006/relationships" id="256" r:id="Rd464755501a24d9c"/>
    <p:sldId xmlns:r="http://schemas.openxmlformats.org/officeDocument/2006/relationships" id="257" r:id="Rd9a54a4bc52e4513"/>
    <p:sldId xmlns:r="http://schemas.openxmlformats.org/officeDocument/2006/relationships" id="258" r:id="R209eea986d0041fb"/>
    <p:sldId xmlns:r="http://schemas.openxmlformats.org/officeDocument/2006/relationships" id="259" r:id="R657554975f2e46f7"/>
    <p:sldId xmlns:r="http://schemas.openxmlformats.org/officeDocument/2006/relationships" id="260" r:id="Rfb26e0c4256b47b7"/>
    <p:sldId xmlns:r="http://schemas.openxmlformats.org/officeDocument/2006/relationships" id="261" r:id="R3217245c6d514c01"/>
    <p:sldId xmlns:r="http://schemas.openxmlformats.org/officeDocument/2006/relationships" id="262" r:id="Rb43e522e31874da2"/>
    <p:sldId xmlns:r="http://schemas.openxmlformats.org/officeDocument/2006/relationships" id="263" r:id="Rf99657e0432e4a0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04b4fff5aa4e68" /><Relationship Type="http://schemas.openxmlformats.org/officeDocument/2006/relationships/slideMaster" Target="/ppt/slideMasters/slideMaster1.xml" Id="R361ab93083404be1" /><Relationship Type="http://schemas.openxmlformats.org/officeDocument/2006/relationships/notesMaster" Target="/ppt/notesMasters/notesMaster1.xml" Id="Rd3cc0b4b5bfe48a5" /><Relationship Type="http://schemas.openxmlformats.org/officeDocument/2006/relationships/presProps" Target="/ppt/presProps.xml" Id="R45cc18c4ede44da2" /><Relationship Type="http://schemas.openxmlformats.org/officeDocument/2006/relationships/tableStyles" Target="/ppt/tableStyles.xml" Id="R429294206c8f4e85" /><Relationship Type="http://schemas.openxmlformats.org/officeDocument/2006/relationships/slide" Target="/ppt/slides/slide1.xml" Id="Rd464755501a24d9c" /><Relationship Type="http://schemas.openxmlformats.org/officeDocument/2006/relationships/slide" Target="/ppt/slides/slide2.xml" Id="Rd9a54a4bc52e4513" /><Relationship Type="http://schemas.openxmlformats.org/officeDocument/2006/relationships/slide" Target="/ppt/slides/slide3.xml" Id="R209eea986d0041fb" /><Relationship Type="http://schemas.openxmlformats.org/officeDocument/2006/relationships/slide" Target="/ppt/slides/slide4.xml" Id="R657554975f2e46f7" /><Relationship Type="http://schemas.openxmlformats.org/officeDocument/2006/relationships/slide" Target="/ppt/slides/slide5.xml" Id="Rfb26e0c4256b47b7" /><Relationship Type="http://schemas.openxmlformats.org/officeDocument/2006/relationships/slide" Target="/ppt/slides/slide6.xml" Id="R3217245c6d514c01" /><Relationship Type="http://schemas.openxmlformats.org/officeDocument/2006/relationships/slide" Target="/ppt/slides/slide7.xml" Id="Rb43e522e31874da2" /><Relationship Type="http://schemas.openxmlformats.org/officeDocument/2006/relationships/slide" Target="/ppt/slides/slide8.xml" Id="Rf99657e0432e4a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9c997a563644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99e6dda6a34d1c" /><Relationship Type="http://schemas.openxmlformats.org/officeDocument/2006/relationships/notesMaster" Target="/ppt/notesMasters/notesMaster1.xml" Id="R5c6f7e8335c843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0838eebce14b79" /><Relationship Type="http://schemas.openxmlformats.org/officeDocument/2006/relationships/notesMaster" Target="/ppt/notesMasters/notesMaster1.xml" Id="R775652ed4d9e49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1e1a945c9646f6" /><Relationship Type="http://schemas.openxmlformats.org/officeDocument/2006/relationships/notesMaster" Target="/ppt/notesMasters/notesMaster1.xml" Id="R6cfac241bac04e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0db6d42c6c41d3" /><Relationship Type="http://schemas.openxmlformats.org/officeDocument/2006/relationships/notesMaster" Target="/ppt/notesMasters/notesMaster1.xml" Id="Rfc2bac83924a40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61d27c28cc4849" /><Relationship Type="http://schemas.openxmlformats.org/officeDocument/2006/relationships/notesMaster" Target="/ppt/notesMasters/notesMaster1.xml" Id="R3f979f3b8fd2422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9ae3f8c9914fee" /><Relationship Type="http://schemas.openxmlformats.org/officeDocument/2006/relationships/notesMaster" Target="/ppt/notesMasters/notesMaster1.xml" Id="R5a1cda30f98548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aa8b61b25340b7" /><Relationship Type="http://schemas.openxmlformats.org/officeDocument/2006/relationships/notesMaster" Target="/ppt/notesMasters/notesMaster1.xml" Id="R78f1cf32ffbd40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f0cd8b81384bb9" /><Relationship Type="http://schemas.openxmlformats.org/officeDocument/2006/relationships/notesMaster" Target="/ppt/notesMasters/notesMaster1.xml" Id="R65dd44e4a62e44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11bd97216644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7dd53e49c646d1" /><Relationship Type="http://schemas.openxmlformats.org/officeDocument/2006/relationships/slideLayout" Target="/ppt/slideLayouts/slideLayout1.xml" Id="Rd4925ce1293a49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925ce1293a49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c07cba12f488a" /><Relationship Type="http://schemas.openxmlformats.org/officeDocument/2006/relationships/image" Target="/ppt/media/image.png" Id="R9205fbe02aae400e" /><Relationship Type="http://schemas.openxmlformats.org/officeDocument/2006/relationships/image" Target="/ppt/media/image2.png" Id="R6530b40dbbb0447a" /><Relationship Type="http://schemas.openxmlformats.org/officeDocument/2006/relationships/notesSlide" Target="/ppt/notesSlides/notesSlide1.xml" Id="Rfbfb2728a5964b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d747b9fca4477" /><Relationship Type="http://schemas.openxmlformats.org/officeDocument/2006/relationships/image" Target="/ppt/media/image3.png" Id="R1c94bf46e6174a27" /><Relationship Type="http://schemas.openxmlformats.org/officeDocument/2006/relationships/notesSlide" Target="/ppt/notesSlides/notesSlide2.xml" Id="R6a3cc97ad3524a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4e1da75ae54cbb" /><Relationship Type="http://schemas.openxmlformats.org/officeDocument/2006/relationships/image" Target="/ppt/media/image4.png" Id="Rd4364582ad124478" /><Relationship Type="http://schemas.openxmlformats.org/officeDocument/2006/relationships/notesSlide" Target="/ppt/notesSlides/notesSlide3.xml" Id="Rc37568d90b464f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385c1a19743c8" /><Relationship Type="http://schemas.openxmlformats.org/officeDocument/2006/relationships/image" Target="/ppt/media/image5.png" Id="R90f4e62940d64d37" /><Relationship Type="http://schemas.openxmlformats.org/officeDocument/2006/relationships/notesSlide" Target="/ppt/notesSlides/notesSlide4.xml" Id="R10495535fcd340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f0492af10473a" /><Relationship Type="http://schemas.openxmlformats.org/officeDocument/2006/relationships/image" Target="/ppt/media/image6.png" Id="Re1ae90203337402a" /><Relationship Type="http://schemas.openxmlformats.org/officeDocument/2006/relationships/notesSlide" Target="/ppt/notesSlides/notesSlide5.xml" Id="R2208f5f7a2984b2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2a5997ee094978" /><Relationship Type="http://schemas.openxmlformats.org/officeDocument/2006/relationships/image" Target="/ppt/media/image7.png" Id="R582d8399cc374361" /><Relationship Type="http://schemas.openxmlformats.org/officeDocument/2006/relationships/notesSlide" Target="/ppt/notesSlides/notesSlide6.xml" Id="R28eebf4329ec4f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4472f265642f9" /><Relationship Type="http://schemas.openxmlformats.org/officeDocument/2006/relationships/image" Target="/ppt/media/image8.png" Id="R74b6b411de614abc" /><Relationship Type="http://schemas.openxmlformats.org/officeDocument/2006/relationships/notesSlide" Target="/ppt/notesSlides/notesSlide7.xml" Id="R397b6d55c54f43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4bbdac09bd455d" /><Relationship Type="http://schemas.openxmlformats.org/officeDocument/2006/relationships/image" Target="/ppt/media/image9.png" Id="Ra40c781c3b6e4173" /><Relationship Type="http://schemas.openxmlformats.org/officeDocument/2006/relationships/notesSlide" Target="/ppt/notesSlides/notesSlide8.xml" Id="R431fbba3a11542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A8D420-9547-4D9F-ADFA-8E55C03D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C3DCE-482D-4430-B80C-C0DE166E2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5fbe02aae400e"/>
          <a:stretch xmlns:a="http://schemas.openxmlformats.org/drawingml/2006/main"/>
        </p:blipFill>
        <p:spPr>
          <a:xfrm xmlns:a="http://schemas.openxmlformats.org/drawingml/2006/main">
            <a:off x="942635" y="523875"/>
            <a:ext cx="1867580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5B8A2-580C-4255-8F40-62C2DDFA0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615F47-D530-46DD-B223-D9C2BB46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63"/>
                </a:solidFill>
              </a:defRPr>
            </a:pPr>
            <a:r>
              <a:rPr sz="3750" b="1">
                <a:solidFill>
                  <a:srgbClr val="102A63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FF5622-ACFB-4F7C-A486-BCDE1FC8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96780"/>
                </a:solidFill>
              </a:defRPr>
            </a:pPr>
            <a:r>
              <a:rPr sz="1650">
                <a:solidFill>
                  <a:srgbClr val="596780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B9A805-7249-472D-8EAA-1AB885DA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9621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893231-6578-460F-8EB7-C925BD14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EB6897-49BA-4890-A2EE-F80F95D5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53025"/>
            <a:ext cx="1581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A90665-4721-4D0A-AE12-061B0779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1625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{{DATE}}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30b40dbbb0447a"/>
          <a:srcRect xmlns:a="http://schemas.openxmlformats.org/drawingml/2006/main" l="0" t="132" r="0" b="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2A16FC-3A14-4ECA-AFFA-00F0CB25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38D98B-4E39-4A2C-8B70-3C655D87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4820095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AEBE85-4563-46F6-A9FA-5FEFB13D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94bf46e6174a27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4E9570-5AAB-43E7-A708-F606E97D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DDC35-F862-43D1-8377-1D49F3D1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E5B6F-62F2-48B0-B4FA-85B410D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548A7B-5D23-4F3B-83EC-FEB9D659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82ACA0-FF62-45C6-8F6C-9AC918CB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3DD646-80BD-4AC6-BEAB-E4411311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48A8"/>
                </a:solidFill>
              </a:defRPr>
            </a:pPr>
            <a:r>
              <a:rPr sz="2100" b="1">
                <a:solidFill>
                  <a:srgbClr val="2048A8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63588A-F75A-4E29-B157-B9D1A948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CD7C1-90CC-4F3A-9AA3-2CACBEBA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D91570-F092-46D2-89F3-7B7467FF9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D37E12-C4C8-4945-822A-6FFFB5B0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C82BBF-444D-4AE7-A3FE-C34653F8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8F8B10-FA64-4758-AE77-ED59AD42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095C1B-0D82-4BBB-A64E-FE09B586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BE3299-56D1-453C-BBA5-B8B70CCE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E982CD-1A36-4567-94D9-CB891E0D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339D3D-DC79-4F87-9E74-5C637DF7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C3D4F1-9C31-41A9-8663-7F03C4DD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4304399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A9C31D-970B-4A40-A24B-C0AC786B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364582ad124478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BFA161-A7E6-4B38-BED3-50517296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Контекст инфраструктуры определяет приоритеты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5BDF5-13F6-4FDF-BF9F-1FC7ACE8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EAADB-8810-4DE1-8766-8666650F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6CF620-0A32-449D-804A-CB89178C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F907D2-DC70-4952-BCFE-A779F416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4177CA-605F-490A-AB0E-8CF324DD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9525">
            <a:solidFill>
              <a:srgbClr val="204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F7989-1771-4CE1-8DC2-CA39B13E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278B11-48AF-484D-B801-DB2F8958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C6E0E3-505E-4F9D-8D82-91843869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D99446-80FF-4266-B53E-A716E1B8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5E125-7F65-4F71-9F50-EA271765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E3E004-CA84-4F45-9DBE-BC79C5C4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F474D1-9756-4F7D-A9A4-524ADC2F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AE1E3B-6673-4411-897C-9B865E37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49E1BD-0C86-423D-9CAC-F474B526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7A4468-2A9E-42DF-8BB5-8EBFEA25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509FDF-C0DF-4174-93D8-6B4DBF08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399432-D55C-4BD6-B3EF-CFC65252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A518A5-E1D3-42B7-959F-5C75A083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10648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AFFD54-310E-4516-8347-67028B43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67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Что это означает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D7B6E6-33E3-4C68-AB82-474CA450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67300"/>
            <a:ext cx="106489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02A63"/>
                </a:solidFill>
              </a:defRPr>
            </a:pPr>
            <a:r>
              <a:rPr sz="1425">
                <a:solidFill>
                  <a:srgbClr val="102A63"/>
                </a:solidFill>
              </a:rPr>
              <a:t>{{PROFILE_IMPLICATION}}</a:t>
            </a:r>
          </a:p>
        </p:txBody>
      </p:sp>
    </p:spTree>
    <p:extLst>
      <p:ext uri="{BB962C8B-B14F-4D97-AF65-F5344CB8AC3E}">
        <p14:creationId xmlns:p14="http://schemas.microsoft.com/office/powerpoint/2010/main" val="21098995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08E668-A296-45CA-B55F-ADDF92553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4e62940d64d37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24E99-C83F-4A77-BB84-CD1BBFBA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0DEE7-5E63-4326-85C3-12350056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ACE4A3-9F4D-4AE0-BEBE-021DF73E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511EE1-4DEE-4212-A9AF-3C315E44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BF014E-19AE-4A21-A6DC-BFF2C432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116302-B2D6-41B8-B17B-C37F5CA7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DA1895-FEBA-4BA0-96B5-99F6EA89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049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E91989-3347-40FA-969F-138B4536B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40970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30F24E-8EAB-4DA0-84A4-9ADF5FFC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8097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8B6FB-496B-4DB7-B1C5-898D8188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765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4B28A9-4D14-43E2-BD1E-B1B5DBB3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1AE8B9-05D7-4DAB-9477-4BAD519D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051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A470D0-74FE-4A50-921D-7E17EC3F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{{RISK_2_TITLE}}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A0765C-31F7-4708-B814-42AEF3C9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{{RISK_2_IMPACT}}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4AB9DC-972C-407E-98F0-5E24C117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6766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391A7C-963E-488C-8709-78828574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ACFFA4-E6F9-4166-A5CF-FEAF04E5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05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1ACB09-884B-4168-B54A-500C74AB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1000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{{RISK_3_TITLE}}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CC67E0-A49C-4269-8E6F-F0F471E7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21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{{RISK_3_IMPACT}}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68C45A-31D0-4489-BB58-E4AEA4F9C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8768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BA01F0-E660-42CD-8EF8-A6AB19B7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015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B5CC66-8EAE-4FB0-92E4-8BC95FBE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054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20C237-B8F0-4C23-975D-3B028670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101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{{RISK_4_TITLE}}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306275-B40E-4D6F-970E-6671A65F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102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{{RISK_4_IMPACT}}</a:t>
            </a:r>
          </a:p>
        </p:txBody>
      </p:sp>
    </p:spTree>
    <p:extLst>
      <p:ext uri="{BB962C8B-B14F-4D97-AF65-F5344CB8AC3E}">
        <p14:creationId xmlns:p14="http://schemas.microsoft.com/office/powerpoint/2010/main" val="2172730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1303C6-9D1E-4886-8EFE-AD003D14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ae90203337402a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91BC92-B813-4E14-AD99-00FE6C53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ИТ-рекомендации укрепляют управляемость среды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C16F1F-3B33-4774-83B7-897BED76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AF94E-F57E-46C9-8F57-D9D50742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2C6931-9570-4570-A61E-E47A709A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FBF3B-D177-4980-B766-C737B009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701A6A-EA04-47D7-9C66-F591B299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919E4-4703-4863-945B-09C28614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8115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{{IT_1}}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3F06F3-AF33-4CD2-8894-9D483945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03B6FB-08EB-4E10-BA87-7D8748CD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15C34A-8312-475B-8647-78825484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4320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{{IT_2}}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F21FF6-3656-432F-970B-F125FF21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338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60F839-9122-4B0B-8FEC-3063FB9F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240B41-E8D8-4F11-A78D-DD615C13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0525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{{IT_3}}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CD652-56BB-444F-9C5A-BA369696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958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400402-7699-4232-B22A-7636FD2F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5A91EC-038F-4BB5-96AE-89AFD894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6730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{{IT_4}}</a:t>
            </a:r>
          </a:p>
        </p:txBody>
      </p:sp>
    </p:spTree>
    <p:extLst>
      <p:ext uri="{BB962C8B-B14F-4D97-AF65-F5344CB8AC3E}">
        <p14:creationId xmlns:p14="http://schemas.microsoft.com/office/powerpoint/2010/main" val="8563465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96C02B-03C9-4560-9B9E-AC3046C9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2d8399cc374361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6E0850-E65E-4A1B-9830-48932085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ИБ-рекомендации снижают наиболее вероятные риски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8EE4F8-21D0-479F-A6AF-D96FB17B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8AA138-71EB-46AE-BF9D-C9B2B19F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60569-6BCA-4294-98B9-06381C64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866EA2-5B7A-4FCD-8D2E-DD105E02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031BE8-8D9D-4C87-85F7-B20D566C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07DDB8-47C1-4A6E-B8AD-6E057CD1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58115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{{SEC_1}}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1A5C83-992C-41CB-A721-9AAC6E7B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898770-4CDD-407F-AA82-61AA5A99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8E7F69-7AE7-4AC0-817A-8D26A6350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4320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{{SEC_2}}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9BD021-0B12-456C-9219-8274482D2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338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B687FE-D90E-4CF6-AE49-D52B7DCE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C43937-B1D8-4E27-B3D4-033859BD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0525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{{SEC_3}}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ED15D0-65D3-4A69-81A3-A6FA9C84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958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F8E3AB-3969-4C0F-AB09-22008BC0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CB8A63-AD32-49FA-B775-CC196ED8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67300"/>
            <a:ext cx="100488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{{SEC_4}}</a:t>
            </a:r>
          </a:p>
        </p:txBody>
      </p:sp>
    </p:spTree>
    <p:extLst>
      <p:ext uri="{BB962C8B-B14F-4D97-AF65-F5344CB8AC3E}">
        <p14:creationId xmlns:p14="http://schemas.microsoft.com/office/powerpoint/2010/main" val="9739983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27FB0D-61DF-45D8-B7C8-83013FDF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b6b411de614abc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B46A99-8D2B-4D2F-B0B9-86905068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B2EEB0-516B-4698-8A3C-62539569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CDD614-922D-4991-9AD6-A2ECD29A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AD9268-0DFA-4F89-B98A-A8C87935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13AFA-DEBD-46E5-9695-59BE90AD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087245-076C-4088-B646-0CB86D26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5189A5-EABF-4E14-8FB2-E88C8E52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B17514-7474-402A-8624-A0B52247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DC0235-0C5B-4DB3-97FA-4F04B5C1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44DE1A-4B96-482F-958C-A51676FC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34DE41-FE40-48C6-AE46-9B502680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A18051-7D1A-42F5-8603-0CBC2A62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F18912-FF0F-4E65-A03A-234CF0F3B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A3B469-3280-4FE1-A8BF-720A5050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5ACD66-2A7D-400A-909E-87FDCC3D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FC6713-F414-4C4E-B241-A1D56382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286D9E-0066-4E8F-928F-6F406345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C90D6A-3388-4F33-BF22-FC2D8990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B33C43-9377-4CC0-BEC2-DA85F6C1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B75312-F486-470C-A8A7-9E8CD855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523299-9139-4D04-8876-0E024EC7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A2433D-244B-4798-B6E4-3A93E5B6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168678-77EC-47E4-960A-B4584E09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7F9AA4-C6B7-441C-925D-F9414AB5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C6A8FB-26BB-406A-B5CE-61297C50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E96FB2-3B43-4ABE-B6F7-37BD6887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A7FC66-B0A7-41C3-A915-87252EEB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AAE7C8-1718-429E-BE2C-5DE01F34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6EFDF0-0217-4FD5-9D58-AE630F2A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10685766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A6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8C2A0C-F63E-42C6-AA2C-55496CB8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0c781c3b6e4173"/>
          <a:stretch xmlns:a="http://schemas.openxmlformats.org/drawingml/2006/main"/>
        </p:blipFill>
        <p:spPr>
          <a:xfrm xmlns:a="http://schemas.openxmlformats.org/drawingml/2006/main">
            <a:off x="9682843" y="342900"/>
            <a:ext cx="1494064" cy="6858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91947A-76F7-4A5A-8DEA-55FA31F6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Решения, которые стоит принять сейчас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614B9-FB92-4C3B-B32A-4E55954E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76350"/>
            <a:ext cx="1066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302694-F479-477D-AE6E-BE07897C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FF5EC5-A32A-4757-A1D8-685E0BA7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14500"/>
            <a:ext cx="971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{{DECISION_1}}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73DCB6-086F-4814-96CB-05075247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BAD68-9412-4624-870A-DE8F3B7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0800"/>
            <a:ext cx="971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{{DECISION_2}}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B57C00-59DF-49AB-8B41-D9ED13F7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C9CF0-3683-4CF4-BB7D-73ACF11A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67100"/>
            <a:ext cx="971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{{DECISION_3}}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22121F-4E7B-4F51-AEE1-DF48080F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7C9806-8E9E-4D9F-B296-12B7F776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43400"/>
            <a:ext cx="971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{{DECISION_4}}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D4DB48-80C8-41FA-89AD-D8161E7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43550"/>
            <a:ext cx="5429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B211BB-09B5-4379-BFBE-15D2A4F9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24525"/>
            <a:ext cx="501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Следующий шаг: согласовать приоритеты, владельцев и критерии результата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A945D9-5183-4994-83FC-60C52010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87692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BTG Audit System  |  by Ivan Rudoy</a:t>
            </a:r>
          </a:p>
        </p:txBody>
      </p:sp>
    </p:spTree>
    <p:extLst>
      <p:ext uri="{BB962C8B-B14F-4D97-AF65-F5344CB8AC3E}">
        <p14:creationId xmlns:p14="http://schemas.microsoft.com/office/powerpoint/2010/main" val="2114454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2026-07-16T06:39:05.9990000Z</dcterms:created>
  <dcterms:modified xsi:type="dcterms:W3CDTF">2026-07-16T06:39:05.9990000Z</dcterms:modified>
</coreProperties>
</file>