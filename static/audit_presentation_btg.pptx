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20aa9dc02f4b0a" /><Relationship Type="http://schemas.openxmlformats.org/officeDocument/2006/relationships/extended-properties" Target="/docProps/app.xml" Id="Rdbc2f1b919f84228" /><Relationship Type="http://schemas.openxmlformats.org/officeDocument/2006/relationships/officeDocument" Target="/ppt/presentation.xml" Id="Re9aff3b623c2449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400c7a960b4190"/>
  </p:sldMasterIdLst>
  <p:notesMasterIdLst>
    <p:notesMasterId xmlns:r="http://schemas.openxmlformats.org/officeDocument/2006/relationships" r:id="Ra70e922d7ed84361"/>
  </p:notesMasterIdLst>
  <p:sldIdLst>
    <p:sldId xmlns:r="http://schemas.openxmlformats.org/officeDocument/2006/relationships" id="256" r:id="Rd898fa7079f44fdb"/>
    <p:sldId xmlns:r="http://schemas.openxmlformats.org/officeDocument/2006/relationships" id="257" r:id="R8290faea1b5f4cdf"/>
    <p:sldId xmlns:r="http://schemas.openxmlformats.org/officeDocument/2006/relationships" id="258" r:id="Re1498fff4cb940ad"/>
    <p:sldId xmlns:r="http://schemas.openxmlformats.org/officeDocument/2006/relationships" id="259" r:id="Rff9c10596361490b"/>
    <p:sldId xmlns:r="http://schemas.openxmlformats.org/officeDocument/2006/relationships" id="260" r:id="Rae7fb8a0053a49b3"/>
    <p:sldId xmlns:r="http://schemas.openxmlformats.org/officeDocument/2006/relationships" id="261" r:id="Ra242e5986b2f42d6"/>
    <p:sldId xmlns:r="http://schemas.openxmlformats.org/officeDocument/2006/relationships" id="262" r:id="Ra1771e1241a546ff"/>
    <p:sldId xmlns:r="http://schemas.openxmlformats.org/officeDocument/2006/relationships" id="263" r:id="R7622386e685f4881"/>
    <p:sldId xmlns:r="http://schemas.openxmlformats.org/officeDocument/2006/relationships" id="264" r:id="R7610a889db7f462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0bebd944d724139" /><Relationship Type="http://schemas.openxmlformats.org/officeDocument/2006/relationships/slideMaster" Target="/ppt/slideMasters/slideMaster1.xml" Id="Rc9400c7a960b4190" /><Relationship Type="http://schemas.openxmlformats.org/officeDocument/2006/relationships/notesMaster" Target="/ppt/notesMasters/notesMaster1.xml" Id="Ra70e922d7ed84361" /><Relationship Type="http://schemas.openxmlformats.org/officeDocument/2006/relationships/presProps" Target="/ppt/presProps.xml" Id="R69d4b84827484685" /><Relationship Type="http://schemas.openxmlformats.org/officeDocument/2006/relationships/tableStyles" Target="/ppt/tableStyles.xml" Id="Rf0144ea9e91d41e8" /><Relationship Type="http://schemas.openxmlformats.org/officeDocument/2006/relationships/slide" Target="/ppt/slides/slide1.xml" Id="Rd898fa7079f44fdb" /><Relationship Type="http://schemas.openxmlformats.org/officeDocument/2006/relationships/slide" Target="/ppt/slides/slide2.xml" Id="R8290faea1b5f4cdf" /><Relationship Type="http://schemas.openxmlformats.org/officeDocument/2006/relationships/slide" Target="/ppt/slides/slide3.xml" Id="Re1498fff4cb940ad" /><Relationship Type="http://schemas.openxmlformats.org/officeDocument/2006/relationships/slide" Target="/ppt/slides/slide4.xml" Id="Rff9c10596361490b" /><Relationship Type="http://schemas.openxmlformats.org/officeDocument/2006/relationships/slide" Target="/ppt/slides/slide5.xml" Id="Rae7fb8a0053a49b3" /><Relationship Type="http://schemas.openxmlformats.org/officeDocument/2006/relationships/slide" Target="/ppt/slides/slide6.xml" Id="Ra242e5986b2f42d6" /><Relationship Type="http://schemas.openxmlformats.org/officeDocument/2006/relationships/slide" Target="/ppt/slides/slide7.xml" Id="Ra1771e1241a546ff" /><Relationship Type="http://schemas.openxmlformats.org/officeDocument/2006/relationships/slide" Target="/ppt/slides/slide8.xml" Id="R7622386e685f4881" /><Relationship Type="http://schemas.openxmlformats.org/officeDocument/2006/relationships/slide" Target="/ppt/slides/slide9.xml" Id="R7610a889db7f46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da5ee5765f4de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3ae87d0a904854" /><Relationship Type="http://schemas.openxmlformats.org/officeDocument/2006/relationships/notesMaster" Target="/ppt/notesMasters/notesMaster1.xml" Id="R7f9bddcd20804a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1cb381274e4da5" /><Relationship Type="http://schemas.openxmlformats.org/officeDocument/2006/relationships/notesMaster" Target="/ppt/notesMasters/notesMaster1.xml" Id="R637320a9a99640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bcec17735574a42" /><Relationship Type="http://schemas.openxmlformats.org/officeDocument/2006/relationships/notesMaster" Target="/ppt/notesMasters/notesMaster1.xml" Id="R1ad01b758ebe4c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b0dc62ef8cf4015" /><Relationship Type="http://schemas.openxmlformats.org/officeDocument/2006/relationships/notesMaster" Target="/ppt/notesMasters/notesMaster1.xml" Id="R8cede7e549dc42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1d4549723764de8" /><Relationship Type="http://schemas.openxmlformats.org/officeDocument/2006/relationships/notesMaster" Target="/ppt/notesMasters/notesMaster1.xml" Id="R188f59f3ae5b45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d5b57b6572420b" /><Relationship Type="http://schemas.openxmlformats.org/officeDocument/2006/relationships/notesMaster" Target="/ppt/notesMasters/notesMaster1.xml" Id="R40d23273627541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abada1619c40df" /><Relationship Type="http://schemas.openxmlformats.org/officeDocument/2006/relationships/notesMaster" Target="/ppt/notesMasters/notesMaster1.xml" Id="R921b084895024b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81bfbd252e453e" /><Relationship Type="http://schemas.openxmlformats.org/officeDocument/2006/relationships/notesMaster" Target="/ppt/notesMasters/notesMaster1.xml" Id="R1130a848a21d4c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349e3afc224022" /><Relationship Type="http://schemas.openxmlformats.org/officeDocument/2006/relationships/notesMaster" Target="/ppt/notesMasters/notesMaster1.xml" Id="R6b15250968194e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f1074f37ed469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476de23534f4860" /><Relationship Type="http://schemas.openxmlformats.org/officeDocument/2006/relationships/slideLayout" Target="/ppt/slideLayouts/slideLayout1.xml" Id="R73e68cdb59b744e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e68cdb59b744e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83249a8a64f87" /><Relationship Type="http://schemas.openxmlformats.org/officeDocument/2006/relationships/image" Target="/ppt/media/image.png" Id="R18e03ce4cd2e4f7f" /><Relationship Type="http://schemas.openxmlformats.org/officeDocument/2006/relationships/image" Target="/ppt/media/image2.png" Id="R581d80b518b64cbf" /><Relationship Type="http://schemas.openxmlformats.org/officeDocument/2006/relationships/notesSlide" Target="/ppt/notesSlides/notesSlide1.xml" Id="R44f3f14ff83341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d34a59a04d4687" /><Relationship Type="http://schemas.openxmlformats.org/officeDocument/2006/relationships/image" Target="/ppt/media/image3.png" Id="Ra762a970bdb94f5d" /><Relationship Type="http://schemas.openxmlformats.org/officeDocument/2006/relationships/notesSlide" Target="/ppt/notesSlides/notesSlide2.xml" Id="R965958a817654fb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4d59cfcb64796" /><Relationship Type="http://schemas.openxmlformats.org/officeDocument/2006/relationships/image" Target="/ppt/media/image4.png" Id="Rc10e6052686541a0" /><Relationship Type="http://schemas.openxmlformats.org/officeDocument/2006/relationships/notesSlide" Target="/ppt/notesSlides/notesSlide3.xml" Id="Rc1f592d447d94c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eb57a22e142de" /><Relationship Type="http://schemas.openxmlformats.org/officeDocument/2006/relationships/image" Target="/ppt/media/image5.png" Id="R3b608b44967442ff" /><Relationship Type="http://schemas.openxmlformats.org/officeDocument/2006/relationships/notesSlide" Target="/ppt/notesSlides/notesSlide4.xml" Id="Rd4c407feb2a742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243bfe57564661" /><Relationship Type="http://schemas.openxmlformats.org/officeDocument/2006/relationships/image" Target="/ppt/media/image6.png" Id="Rba08c0dd1feb466d" /><Relationship Type="http://schemas.openxmlformats.org/officeDocument/2006/relationships/notesSlide" Target="/ppt/notesSlides/notesSlide5.xml" Id="R2163ea1c036042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64ddd81094329" /><Relationship Type="http://schemas.openxmlformats.org/officeDocument/2006/relationships/image" Target="/ppt/media/image7.png" Id="R8794afc07a1e462b" /><Relationship Type="http://schemas.openxmlformats.org/officeDocument/2006/relationships/notesSlide" Target="/ppt/notesSlides/notesSlide6.xml" Id="R82b36f23aa2047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d806e4fb34584" /><Relationship Type="http://schemas.openxmlformats.org/officeDocument/2006/relationships/image" Target="/ppt/media/image8.png" Id="R1fb063dffe544efe" /><Relationship Type="http://schemas.openxmlformats.org/officeDocument/2006/relationships/notesSlide" Target="/ppt/notesSlides/notesSlide7.xml" Id="R747d6c57cbb94a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24d9effa246bb" /><Relationship Type="http://schemas.openxmlformats.org/officeDocument/2006/relationships/image" Target="/ppt/media/image9.png" Id="Rec915db3c6304ae8" /><Relationship Type="http://schemas.openxmlformats.org/officeDocument/2006/relationships/notesSlide" Target="/ppt/notesSlides/notesSlide8.xml" Id="R5cd2f706dfc547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952f9e58ed4239" /><Relationship Type="http://schemas.openxmlformats.org/officeDocument/2006/relationships/image" Target="/ppt/media/image10.png" Id="Rafc1a8d0721a4d6f" /><Relationship Type="http://schemas.openxmlformats.org/officeDocument/2006/relationships/image" Target="/ppt/media/image11.png" Id="Rb5a4d14eed2e41f4" /><Relationship Type="http://schemas.openxmlformats.org/officeDocument/2006/relationships/notesSlide" Target="/ppt/notesSlides/notesSlide9.xml" Id="R3fffb9a2f52444c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06586B-5118-42E2-8AF9-A318E686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337145-7CD5-43D9-9D82-6AA51E68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e03ce4cd2e4f7f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6E4626-F8C1-4EDB-87DD-F6297664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10BB7-96AA-488E-BD4B-007323B2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80869B-DBAA-4B82-ACEB-14604933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CE886-CCEA-46B0-80FD-F1D59B50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DA684-DD6B-4F70-97D3-5622F3FD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DE484E-0520-4ACD-9464-FD72DDB8E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386D5-53D5-4AD2-B169-BFB6AC53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96E099-C63E-4E8C-9096-2E0368693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FF761-581F-400F-A600-01F597FC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55568-E151-493F-BDA0-DDFEEAAB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d80b518b64cbf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22B84-9A92-4EA9-B3C7-B15F337B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2E69C-5238-49CD-A5D3-6E6FC8B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7606632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132A5D8-1639-4A9F-B8D1-C379A536D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2a970bdb94f5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78BBC5-9632-4896-BE51-7A244E11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43CBD7-35CE-4211-85A3-37D4A09D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1E512-A5B2-475C-8EBB-406FDA158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61AF03-6948-456F-9454-7D3BF67E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176BD9-D22F-41FA-ADE5-B2EBF01D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5A663-38A7-48F0-8DD8-CF23B21C7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A83597-4DB8-4ECB-B15A-74BFBE88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9C82F-B13D-4202-A66D-0B13F577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D4773-B924-451D-A8C7-33649DD2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1D715-4FA5-4D3A-BDC0-0B23BCF6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A00E4A-DA43-43B2-9FD8-25B23CB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02A63"/>
                </a:solidFill>
              </a:defRPr>
            </a:pPr>
            <a:r>
              <a:rPr sz="2700" b="1">
                <a:solidFill>
                  <a:srgbClr val="102A63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21E914-2F95-42E1-9306-B4F136ED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9AC5A6-C76B-4DCE-BBE7-EB7FB48C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F57BB-E599-424D-B7C6-F7BBDE2B2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FF7609-3207-476F-8F06-803757DF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96303E-0488-4560-9CB3-8902A358E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324711-3EC8-4104-B31F-4A34C667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89F435-A60A-4960-8708-62F0E482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CB0A61-789B-4BF3-A3BE-3FB25478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A9925C-432C-4A3E-B951-BEC21236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3A2E69-082F-45B9-94F4-E4518DC9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1B934C-0F54-4A30-BBA6-FDD73DF0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ED2FA-CE6B-4FA9-8F10-A85BFB90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CCA6A3-A0E7-41EA-A45E-E841F113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604886-8970-4E34-B10D-C526A5B6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CC16B3-F550-4B94-B7D4-B14C8C05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74CF22-4E94-4877-B486-80ECEDD05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A9DA99-7A5A-415A-8DB9-F09296199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A9CB11-78E4-46A1-B724-E7B4785E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E57390-BA4A-4D9E-AA91-D54A1D8B1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0946E1-38E6-4B21-85B6-C8C1AE7D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6670528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2F793D-83AA-48A6-BC73-AF6EA87F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e6052686541a0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C9EBE1-791C-4E90-BB4E-A93C759F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F4299-4179-482F-A19B-2CEB8310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E421B8-1E4D-4699-83DD-B2DA7E2B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2EF018-4EAC-40C8-B7A7-D94B2ADA9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B65E5-A4C3-4115-975D-02FD4801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C9AFE7-0384-48D6-9C4A-032DC2D3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420C6C-D66E-403C-864D-B2C8BAFA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DB7C1-5EED-4554-A1AD-A562072B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306D55-AA52-45DE-9351-397BF4A1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8595BC-9B88-4E38-B553-BBEF3D16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F0D99-5EE0-480F-A8FE-F0B9C95E4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CF825A-CD60-4817-8058-A0AC36B0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4D5D4-20D1-4EA5-B6CD-9D5C88A8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E83DD5-D940-4E06-9A3D-0FABE9AB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F2395B-1130-4BB1-ABE3-78B0643D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A31BC7-D54E-4BD4-AD65-92A89CCD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67EC57-C545-4604-830D-AE6FD4C3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6012826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F9EB2A-BA0C-4515-9E01-D20F24EC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08b44967442f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A4EAC-E58B-4B31-BA5B-E0D58504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95A08-C17C-4633-9A6B-097698C03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76C95-37D2-4C41-BBD2-111BE3A0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C64D7E-0AEE-481F-BA26-3BA8FCCD9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101E7F-81E6-4F4C-A6DB-1A8D113D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15637A-9CB7-4C49-A320-3B450EB6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176273-0B6F-41EB-8C95-46491BBF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5FA9E4-F3FF-4E4B-9461-C13B978A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432D86-B693-42AD-8C85-397965202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CDBCA-4BC6-44E4-8901-EE2E3C22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AFCDF-2BA5-4605-BD8B-23741D59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E5471-61FF-42E0-9476-BD92EA4E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9F3B31-2C55-4BB2-ADEE-3BF6DA1A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C01FF7-B02A-4329-BE19-48245DCC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AF8E00-11E8-4BE4-B14E-C65D3C0A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E41C8C-910D-4E7E-AEA4-C84C05A3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C47B47-BE62-4819-8A23-A73064AA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9B836D-726C-4B3C-9B01-E2F593F30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74D450-F705-4546-AE49-CC427F5F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DB3A2F-7559-4C7F-B202-73738C0A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B6F36D-FABE-4458-B796-A8F94DC7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ECF1CC-4DA8-43F5-9377-4F31BCE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6757FD-65A5-4550-B3ED-C1364B61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094728-F0C8-43A6-AB46-E0A43A1C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05BE41-C947-490E-A56B-C2DB31D0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326B29-0379-4BAB-A81C-A7D6BB37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931C2-5ED1-4C14-9C0B-1A811317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A2FB37-E581-4919-950D-06FDF682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4923DD-5FDE-4678-BF86-80E0EFD4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1761726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833123-3AE7-4FC9-ADFB-0ADBCD51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8c0dd1feb466d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9FE63-84A1-4A98-AA79-6E3B4BC3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058598-A3D1-4C23-A2DC-444B5E3C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53FF94-74D5-4059-A77A-92C9F39A0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8387F-2D11-4E6B-BEFB-9EB40CD7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338BC-BDFA-4CF1-8B20-9DEAAF9F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FED42C-CB6F-480E-A70A-D1F9BF2A6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E63278-0A6E-4F92-BF3B-86EEDFCD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0580B6-CC7C-43C9-BE5F-367ABD5D6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E710B-5797-4520-B7DA-CE9F180B8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92FB1D-46B9-4BCF-8EDE-4C754886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380464-D27C-484E-9D31-6F814A93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D07B57-CA13-4CC8-A750-E1C954FB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8C0F75-92C1-483B-BB24-A348D129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B04572-FA7A-4C9B-B05F-F4485F15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274D47-B7FE-4E99-B8D3-D428278F1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4A355-4E6A-4914-89FE-E227BF8E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80C211-5DBB-464D-9074-6CB4722C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4E158A-1950-4C9D-84D4-06C514CB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C8674D-EC03-496E-976B-F93CD5B26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8D9284-9902-4F4F-9786-176EFDC7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3A99AF-FC0D-434E-A5C4-366168F0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DC3C27-FFFE-472D-9B72-51460A25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69DE02-80F6-44CD-A3FA-F11DB06C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95D70A-20A6-43D8-B0CC-C9C6B527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D04B8B-04DC-4C48-8659-57EB1941B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DB66AE-089F-4FD5-B31E-47F07DEF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3F2163-19A5-4C57-813F-D30BC8C2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42FA55-A643-43A6-BB1E-A0403812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E9DE54-C924-417B-AA31-194FFCE0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D6C1FA-09C4-4300-8BBA-C78AC9BF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7E1E85-5E58-4072-A66D-DCB2D67C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BD62FC-4456-43BB-9D67-7DCC4CA3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4475403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D1D36F2-9C74-40F7-A589-636EBAD3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94afc07a1e462b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DD620F-B792-42A8-9458-57BFB9A1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012EE-23B6-4756-961F-B77E6074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3F8A7-E5B7-4592-8DF4-4E128C8F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E3EFF-3A37-4ABA-90AB-C05EB2B7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96BC2D-5FB5-4A93-AF6D-3711CD1B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612B60-EAD7-4551-8842-E432C108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C1739B-AAB3-4F46-B0F6-47DE6CFD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A48DA-98D5-46B6-A85B-BD3BF8AB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6C5239-6E79-469D-B7AF-019E79F7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24642-4E4D-416F-A149-7276ABDC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476031-D341-4CE7-A79F-CC66EC36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6B94C9-8758-4483-82B2-F6566C9AE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EF054-0844-4F51-81FF-AA07A53F2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ADEB70-F931-4BFE-A4A3-04FC00658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8092C-19AC-4B38-B7AA-A6DE6CB9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736049-50F5-41D3-AEA9-A7D4FF32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6A5F10-5C32-4D39-BAAD-1569780F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FCC068-BAD1-4CE3-9285-159E7E8F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07F9D0-BD28-4010-A727-30CCD47DB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EA612D-FC22-4437-B512-6737027E6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502C39-DAAD-4ADD-9CE9-882FEE11A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540792-BE0A-459F-906E-937F18FE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65F979-A9AD-43D8-A8F4-368A2D423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964192-894C-4BC9-8EE8-6FE91AE9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D34DE6-6779-4AE2-8081-84A2110F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8DDA33-9254-4B0F-8563-4C109954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CA8A33-941C-4D68-8282-4CA7C86A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B16E5C-99C6-4135-84E4-76CE70A8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864FC0-2E32-4B9A-A37F-42798EAD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6E3E39-B9AD-4A03-881B-F5056AB0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62559F-CBC6-4E46-8530-6BD28170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EBB28A7-69D4-4181-8A49-A0AE287B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726D41-F50E-4109-AF03-398DB403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236E02-33E6-4E4E-B476-3EF5AC0A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369955-6464-4922-8345-9B0B31F89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D091D5-293B-4BAB-BE92-502E1B83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CF2FD7-8623-49F7-8B9C-A6B41A5ED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0C78134-AB79-4E06-823E-A1DC8DF41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B4B97A-B6DD-4409-BBFF-FA3FDADE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4E06CF8-EA5F-4E2C-B249-277AE276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CD94D30-C2C9-417F-8B0F-9C203A6A2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15277126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58EDEE-33DF-4960-8A9A-AF262CE8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063dffe544efe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31894E-D097-4677-ABB7-AB1CC9D5A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45769A-0F1E-4CAF-9B97-EA4A8317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159C6-4578-4FAF-811E-E7A9AD1A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86275-CCD5-4340-B376-8A218655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727547-6C30-44A0-A812-1F27B184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7E52AC-FDA3-4409-835B-D9D000C9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B95B9-A680-4BFC-B31D-AFBC79DA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913A86-A040-4EB7-9D21-A213531DD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064AC9-F8A2-45E6-BE48-B65DBEF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D5D2B-5A85-464D-B3B5-3823C75D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3FD07-5D7D-47D1-9657-73205DC0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83882B-15D5-45CD-932B-5B3E312ED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D3A65A-07DF-433D-82FC-78BD7399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25BBE2-477B-42C3-989A-142CFD0CC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8A0209-6953-4505-95E5-87111661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931A07-DBC0-48BA-85C5-4DF21204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8D9F78-BAA2-47D8-96D8-A6687CA6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0040E-3442-44E3-98B5-659C4655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1CF59C-E8FF-44F2-95E6-C0BC0190B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08150A-4BB3-406D-BF77-00AF2A89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05B397-971C-4480-BACC-CA86A9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D227A8-094C-491F-841D-4011568A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A23119-67C1-435F-AAEB-FF84FE069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9D1B36-CB28-4405-8B64-5247C483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A975D4-403F-4186-A24C-0F841BD05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94EE17-227E-4B8A-90C7-EE4543CAF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761C19-8A3D-40CF-A7E7-249F6C12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463D86-08E7-4584-A229-2071F60B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E7A3BF-10EC-418B-9E5F-C7279066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402263-ACA3-4172-B10E-4D336EF05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68F91B-1D5C-4242-ACBD-3381C25D2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C2793B-92EE-4F3C-9DCC-E8575199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1F7B264-A392-4EFE-997C-30509709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60D3FF-0352-4A39-B4C6-9F09C886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196C40-BA6C-4BBB-8871-F45F1311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943227D-718A-430E-BE49-BE565E13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38745A-7BAD-468B-B8FC-9A6D969C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7E5316-50DA-4F90-A028-7F3052D4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D2CA89-AB37-42D1-B7FC-6CBAC59F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0D2BB0-F9DE-49B9-BF66-0B9819CA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D963AC-B7CF-49E7-B2D6-E841006F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6189584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DFE0A59-620A-498C-8AC5-829F5B91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915db3c6304ae8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6FA2AA-05EC-4504-B278-F0FFC91D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A54B5-A420-482B-8D73-47342441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2537D-5993-46CF-B7A6-5FD741B2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0A17D0-C8AD-40E2-B225-7970B46C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C0A49-A9E6-4208-A03B-49EC6D5A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45944-B7D0-42D1-A41A-5A808D7D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F3FDC-AC9E-4F83-AF76-EC57CDFD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60422B-D344-4E74-91A9-6AED2A4D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5447B-A461-455D-93DB-0760D34E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DECA97-5DCB-4E5F-BC36-DD322F3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CF3451-41CF-460E-978D-DE735F80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A4FA4-1CC8-4699-BBA1-CC3E2130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F9A308-719D-4239-BC65-31F6206F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AC6C7-9295-40CC-8D06-52488344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6F27E9-6A6D-4E78-B3FB-6437FC2A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1D8BA4-0375-43E0-9F03-B62E8DCD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1FC2F7-01D3-40D1-91F0-3F5906118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384C9D-ABB4-4972-BB57-53C47F60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617115-0DB6-40E2-9CDD-0ED77B17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4C34D7-F8CE-4C8E-9BFB-0DF0E1B2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0D51E5-BD97-4F50-8CD3-81E2BBFA8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1F100A-C647-4303-B596-88CC86CF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5E13E9-8D43-4824-ADFC-AEFC82C4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6CED5E-BC2E-4400-8162-77903A2B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AD892F-1F2D-4D93-B3AC-4F786492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23F543-A21D-4428-B00A-A1B68CF1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D950FC-2296-47BD-8DD6-356B797D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D2C740-311E-4DFA-9108-E0D75EFF7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E53B2-87D0-46C4-AA77-9CF5F88F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1179132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DDF52D-9447-4D79-AAC7-8C0AB655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1a8d0721a4d6f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E0110-7DA8-4A0A-9ABE-26D147786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01E9E7-2257-4456-9985-1D7EA8847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0AB725-BDE3-4C7D-BD18-C75480F2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4C1A7-09DD-48A7-ABF1-FACA06BD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AA942-344B-458A-9A8B-DA1A7B95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61FA73-AA53-49EF-BD1A-2270FC2A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A0F3C2-9707-4572-B7D5-7669EACEC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2A8DF4-845F-4CB7-AD1D-88070BBD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FBD31-AA91-4EB0-8674-A6F14128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04983-06FA-43C1-BC5F-8CD31DD2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B777F1-F1E4-47A3-A123-646FDF5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977DFA-8ECC-4B48-BFA1-10FC72B8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6E1BE-E16A-4A43-8BCA-802757E2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A74F98-95B3-4B1B-AE20-2907C2F2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4BC017-4A46-426D-92C6-9A9081A8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7D6D43-3A1F-4294-9339-3B7C8A35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D83C5D-DCE1-4B0D-A21F-2794C060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7D3ED1-BFCF-4CC9-A8CC-847BDEEE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4307F2-92EA-49E3-B80D-B9C06EDD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4d14eed2e41f4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EC2445-D874-4204-AAB6-4FD287C67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75D739-21B4-47A8-8D3B-8D4637D5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627B9A-B1FB-4BB8-A82F-5F001728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15813704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2026-07-17T10:17:35.6670000Z</dcterms:created>
  <dcterms:modified xsi:type="dcterms:W3CDTF">2026-07-17T10:17:35.6670000Z</dcterms:modified>
</coreProperties>
</file>