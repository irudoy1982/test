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a5c57e148ec443e" /><Relationship Type="http://schemas.openxmlformats.org/officeDocument/2006/relationships/extended-properties" Target="/docProps/app.xml" Id="Reab0d550d5bc4733" /><Relationship Type="http://schemas.openxmlformats.org/officeDocument/2006/relationships/officeDocument" Target="/ppt/presentation.xml" Id="R26c37050c1a34c3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48f130faea2475e"/>
  </p:sldMasterIdLst>
  <p:notesMasterIdLst>
    <p:notesMasterId xmlns:r="http://schemas.openxmlformats.org/officeDocument/2006/relationships" r:id="Re4913442b42543cc"/>
  </p:notesMasterIdLst>
  <p:sldIdLst>
    <p:sldId xmlns:r="http://schemas.openxmlformats.org/officeDocument/2006/relationships" id="256" r:id="Rdef36dbcef6f464f"/>
    <p:sldId xmlns:r="http://schemas.openxmlformats.org/officeDocument/2006/relationships" id="257" r:id="R4632837900f24fb6"/>
    <p:sldId xmlns:r="http://schemas.openxmlformats.org/officeDocument/2006/relationships" id="258" r:id="R40307bcf473a4f65"/>
    <p:sldId xmlns:r="http://schemas.openxmlformats.org/officeDocument/2006/relationships" id="259" r:id="R8facc0fed70d4a60"/>
    <p:sldId xmlns:r="http://schemas.openxmlformats.org/officeDocument/2006/relationships" id="260" r:id="R363c22ca047b4e9f"/>
    <p:sldId xmlns:r="http://schemas.openxmlformats.org/officeDocument/2006/relationships" id="261" r:id="R9786d68440274ad4"/>
    <p:sldId xmlns:r="http://schemas.openxmlformats.org/officeDocument/2006/relationships" id="262" r:id="Ra42bf113475942f4"/>
    <p:sldId xmlns:r="http://schemas.openxmlformats.org/officeDocument/2006/relationships" id="263" r:id="Rbbebede07e60445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353f9437e8b4f1d" /><Relationship Type="http://schemas.openxmlformats.org/officeDocument/2006/relationships/slideMaster" Target="/ppt/slideMasters/slideMaster1.xml" Id="R648f130faea2475e" /><Relationship Type="http://schemas.openxmlformats.org/officeDocument/2006/relationships/notesMaster" Target="/ppt/notesMasters/notesMaster1.xml" Id="Re4913442b42543cc" /><Relationship Type="http://schemas.openxmlformats.org/officeDocument/2006/relationships/presProps" Target="/ppt/presProps.xml" Id="R34ee696994d446b1" /><Relationship Type="http://schemas.openxmlformats.org/officeDocument/2006/relationships/tableStyles" Target="/ppt/tableStyles.xml" Id="R8e746cd4f1d14b15" /><Relationship Type="http://schemas.openxmlformats.org/officeDocument/2006/relationships/slide" Target="/ppt/slides/slide1.xml" Id="Rdef36dbcef6f464f" /><Relationship Type="http://schemas.openxmlformats.org/officeDocument/2006/relationships/slide" Target="/ppt/slides/slide2.xml" Id="R4632837900f24fb6" /><Relationship Type="http://schemas.openxmlformats.org/officeDocument/2006/relationships/slide" Target="/ppt/slides/slide3.xml" Id="R40307bcf473a4f65" /><Relationship Type="http://schemas.openxmlformats.org/officeDocument/2006/relationships/slide" Target="/ppt/slides/slide4.xml" Id="R8facc0fed70d4a60" /><Relationship Type="http://schemas.openxmlformats.org/officeDocument/2006/relationships/slide" Target="/ppt/slides/slide5.xml" Id="R363c22ca047b4e9f" /><Relationship Type="http://schemas.openxmlformats.org/officeDocument/2006/relationships/slide" Target="/ppt/slides/slide6.xml" Id="R9786d68440274ad4" /><Relationship Type="http://schemas.openxmlformats.org/officeDocument/2006/relationships/slide" Target="/ppt/slides/slide7.xml" Id="Ra42bf113475942f4" /><Relationship Type="http://schemas.openxmlformats.org/officeDocument/2006/relationships/slide" Target="/ppt/slides/slide8.xml" Id="Rbbebede07e60445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5b5761413e2430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21bdbaf06a24144" /><Relationship Type="http://schemas.openxmlformats.org/officeDocument/2006/relationships/notesMaster" Target="/ppt/notesMasters/notesMaster1.xml" Id="R544726a8de5c440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6c66a4fc94d4a5f" /><Relationship Type="http://schemas.openxmlformats.org/officeDocument/2006/relationships/notesMaster" Target="/ppt/notesMasters/notesMaster1.xml" Id="R27dbf9c6ae17418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d9d21c7c59b4a30" /><Relationship Type="http://schemas.openxmlformats.org/officeDocument/2006/relationships/notesMaster" Target="/ppt/notesMasters/notesMaster1.xml" Id="R6a5a1db5d733476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e045c01f33f4404" /><Relationship Type="http://schemas.openxmlformats.org/officeDocument/2006/relationships/notesMaster" Target="/ppt/notesMasters/notesMaster1.xml" Id="Rbcd2fd2985bf4b5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b5c0cef886c4ca6" /><Relationship Type="http://schemas.openxmlformats.org/officeDocument/2006/relationships/notesMaster" Target="/ppt/notesMasters/notesMaster1.xml" Id="Rb572a8e225e7422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7d2c49f389240f4" /><Relationship Type="http://schemas.openxmlformats.org/officeDocument/2006/relationships/notesMaster" Target="/ppt/notesMasters/notesMaster1.xml" Id="Re6c019154c8445f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0ba440f241545bb" /><Relationship Type="http://schemas.openxmlformats.org/officeDocument/2006/relationships/notesMaster" Target="/ppt/notesMasters/notesMaster1.xml" Id="Rbb6e987b0870412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fd08909c5cb4432" /><Relationship Type="http://schemas.openxmlformats.org/officeDocument/2006/relationships/notesMaster" Target="/ppt/notesMasters/notesMaster1.xml" Id="R6cd865aeaf834b5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9df7d125a1479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e7a8c89dca34f29" /><Relationship Type="http://schemas.openxmlformats.org/officeDocument/2006/relationships/slideLayout" Target="/ppt/slideLayouts/slideLayout1.xml" Id="R4205ca023a674b4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205ca023a674b4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2811508f5a44b0" /><Relationship Type="http://schemas.openxmlformats.org/officeDocument/2006/relationships/image" Target="/ppt/media/image.png" Id="R47b1fc6d6e5b4278" /><Relationship Type="http://schemas.openxmlformats.org/officeDocument/2006/relationships/image" Target="/ppt/media/image2.png" Id="R66ed8300bb4949fa" /><Relationship Type="http://schemas.openxmlformats.org/officeDocument/2006/relationships/notesSlide" Target="/ppt/notesSlides/notesSlide1.xml" Id="R2b26b376dff348e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960580d5fe4585" /><Relationship Type="http://schemas.openxmlformats.org/officeDocument/2006/relationships/image" Target="/ppt/media/image3.png" Id="R21ebc3d06889496d" /><Relationship Type="http://schemas.openxmlformats.org/officeDocument/2006/relationships/notesSlide" Target="/ppt/notesSlides/notesSlide2.xml" Id="Rf78d2b147cbb4e1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472efedeca4bec" /><Relationship Type="http://schemas.openxmlformats.org/officeDocument/2006/relationships/image" Target="/ppt/media/image4.png" Id="R7039bc50c0094cc8" /><Relationship Type="http://schemas.openxmlformats.org/officeDocument/2006/relationships/notesSlide" Target="/ppt/notesSlides/notesSlide3.xml" Id="Re410a60b38f441f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2a1c6dfb11473f" /><Relationship Type="http://schemas.openxmlformats.org/officeDocument/2006/relationships/image" Target="/ppt/media/image5.png" Id="Rf93db0b6f3214a79" /><Relationship Type="http://schemas.openxmlformats.org/officeDocument/2006/relationships/notesSlide" Target="/ppt/notesSlides/notesSlide4.xml" Id="R4a322c87338247c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c6ba480e9c44d2" /><Relationship Type="http://schemas.openxmlformats.org/officeDocument/2006/relationships/image" Target="/ppt/media/image6.png" Id="R174cc1ca81384e1f" /><Relationship Type="http://schemas.openxmlformats.org/officeDocument/2006/relationships/notesSlide" Target="/ppt/notesSlides/notesSlide5.xml" Id="R5bc0e95adef942e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15b693619c4b9d" /><Relationship Type="http://schemas.openxmlformats.org/officeDocument/2006/relationships/image" Target="/ppt/media/image7.png" Id="Rf6774e2da5dc4724" /><Relationship Type="http://schemas.openxmlformats.org/officeDocument/2006/relationships/notesSlide" Target="/ppt/notesSlides/notesSlide6.xml" Id="R464c70e89d4d4e3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79878901da4f71" /><Relationship Type="http://schemas.openxmlformats.org/officeDocument/2006/relationships/image" Target="/ppt/media/image8.png" Id="R8b8d7ebe6faa467c" /><Relationship Type="http://schemas.openxmlformats.org/officeDocument/2006/relationships/notesSlide" Target="/ppt/notesSlides/notesSlide7.xml" Id="R11de3572156e455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73e82d198c4560" /><Relationship Type="http://schemas.openxmlformats.org/officeDocument/2006/relationships/image" Target="/ppt/media/image9.png" Id="R449b5f48b3fe40fa" /><Relationship Type="http://schemas.openxmlformats.org/officeDocument/2006/relationships/notesSlide" Target="/ppt/notesSlides/notesSlide8.xml" Id="R51b905ebf5c64df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04E89B5-4F01-4A26-8C79-30FD99925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A7ACB7-CE75-435F-991D-DB3C2F998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0"/>
            <a:ext cx="7067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B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b1fc6d6e5b4278"/>
          <a:stretch xmlns:a="http://schemas.openxmlformats.org/drawingml/2006/main"/>
        </p:blipFill>
        <p:spPr>
          <a:xfrm xmlns:a="http://schemas.openxmlformats.org/drawingml/2006/main">
            <a:off x="729419" y="523875"/>
            <a:ext cx="2294012" cy="8572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D33B46-77CF-4CF4-972F-B78BB748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ЭКСПЕРТНЫЙ АУДИТ ИТ И ИБ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A0262B-D882-4A03-AD53-55BA4A790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6000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61616"/>
                </a:solidFill>
              </a:defRPr>
            </a:pPr>
            <a:r>
              <a:rPr sz="3750" b="1">
                <a:solidFill>
                  <a:srgbClr val="161616"/>
                </a:solidFill>
              </a:rPr>
              <a:t>{{COMPANY}}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4E6DDA-B3BB-4E41-88A2-CDB098096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67085"/>
                </a:solidFill>
              </a:defRPr>
            </a:pPr>
            <a:r>
              <a:rPr sz="1650">
                <a:solidFill>
                  <a:srgbClr val="667085"/>
                </a:solidFill>
              </a:rPr>
              <a:t>{{INDUSTRY}}  •  {{CITY}}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7A99A7-39DB-4947-9F4C-C67BBA8D2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14875"/>
            <a:ext cx="19621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0496C8-0371-4622-964E-86C2C705A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76800"/>
            <a:ext cx="1581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Зрелость ИБ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5006AD-DEEC-4442-87D3-23787B8EE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53025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{{SCORE}}%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74588F-C3C1-4087-BEF2-5DA59D9C2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51625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{{DATE}}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ed8300bb4949fa"/>
          <a:srcRect xmlns:a="http://schemas.openxmlformats.org/drawingml/2006/main" l="5453" t="0" r="545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96150" y="0"/>
            <a:ext cx="4895850" cy="68580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8D3AF7-46F5-414C-B8B0-406444AF5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6F6D6C-0E06-423A-91FD-B6D0C0E29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67085"/>
                </a:solidFill>
              </a:defRPr>
            </a:pPr>
            <a:r>
              <a:rPr sz="1050" b="1">
                <a:solidFill>
                  <a:srgbClr val="667085"/>
                </a:solidFill>
              </a:rPr>
              <a:t>by Ivan Rudoy</a:t>
            </a:r>
          </a:p>
        </p:txBody>
      </p:sp>
    </p:spTree>
    <p:extLst>
      <p:ext uri="{BB962C8B-B14F-4D97-AF65-F5344CB8AC3E}">
        <p14:creationId xmlns:p14="http://schemas.microsoft.com/office/powerpoint/2010/main" val="102573859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07FAB1A-0B1B-4CD0-9F81-E8040C76B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ebc3d06889496d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1A30CD-AA3E-4DFB-87C8-796C38CDE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Главный вывод аудита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6743A8-8735-4E58-9CD1-DE26A9B46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7797FE-E66D-4354-AEA0-F3083DA43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8F6C63-FA39-4D52-9CCA-297F0F5B8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228676-A6DF-416F-993F-F03A16E6C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54F628-B829-4475-AD45-BA77AEA31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648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FF6412"/>
                </a:solidFill>
              </a:defRPr>
            </a:pPr>
            <a:r>
              <a:rPr sz="2100" b="1">
                <a:solidFill>
                  <a:srgbClr val="FF6412"/>
                </a:solidFill>
              </a:rPr>
              <a:t>{{SUMMARY_TITLE}}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DE65E6-0127-406D-9B9E-8DECFB91F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DB8058-7F89-4204-8B2D-95673AC9E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3431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{{SUMMARY_1}}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2B9BB9-5D9F-4A8B-B32A-FED7DA547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242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F656CC-0A01-4B11-AB4F-FD9FF857A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EE7E87-DE3D-41CE-855D-D72A35BD7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956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{{SUMMARY_2}}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52F216-5E0C-4A76-B918-066B16EC4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767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D363FD-5E33-4AE1-A124-C3CBF1E6D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983E75-92F9-4C81-AFA6-DBC36BBD5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481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{{SUMMARY_3}}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EA03C2-FBBE-4983-86BB-9591E5EEB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292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E0C108-1D8D-41C3-9001-568B2EBB7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BEE636-5373-4B0B-83F5-8FFBAD223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2006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{{SUMMARY_4}}</a:t>
            </a:r>
          </a:p>
        </p:txBody>
      </p:sp>
    </p:spTree>
    <p:extLst>
      <p:ext uri="{BB962C8B-B14F-4D97-AF65-F5344CB8AC3E}">
        <p14:creationId xmlns:p14="http://schemas.microsoft.com/office/powerpoint/2010/main" val="10090862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E23033F-C600-421B-9DC7-3A565030C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39bc50c0094cc8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DB496F-F1D8-4D8B-945B-FA524F216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Контекст инфраструктуры определяет приоритеты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3DC1E6-260C-464E-9666-2EB08D8D4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A68DDB-A43E-4B35-8920-21D40264C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675AF2-2B84-4BF4-BEDD-35BDA5F4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8179C6-E0FF-400B-8706-F058AE1E6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046038-2FB4-44C5-898B-EAE4C9801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9525">
            <a:solidFill>
              <a:srgbClr val="FF641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5EF72C-C531-4072-965B-788318E2E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{{USERS}}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19FFA4-3341-480E-B969-0F02D9522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FFFFFF"/>
                </a:solidFill>
              </a:defRPr>
            </a:pPr>
            <a:r>
              <a:rPr sz="1125">
                <a:solidFill>
                  <a:srgbClr val="FFFFFF"/>
                </a:solidFill>
              </a:rPr>
              <a:t>рабочих мест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A7E3AA-73EF-4E62-85AD-87CB70267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0C6690-8678-4826-9393-C62A86B0C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61616"/>
                </a:solidFill>
              </a:defRPr>
            </a:pPr>
            <a:r>
              <a:rPr sz="2400" b="1">
                <a:solidFill>
                  <a:srgbClr val="161616"/>
                </a:solidFill>
              </a:rPr>
              <a:t>{{SERVERS}}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95C636-7B8C-4D00-ACB6-7E4FCA4F7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серверов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07B09B-EA56-4B6F-A170-900312823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88274D-514F-4C56-AF85-6E778CFB4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61616"/>
                </a:solidFill>
              </a:defRPr>
            </a:pPr>
            <a:r>
              <a:rPr sz="2400" b="1">
                <a:solidFill>
                  <a:srgbClr val="161616"/>
                </a:solidFill>
              </a:rPr>
              <a:t>{{PUBLIC}}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CEC617-E815-4ACC-99FE-5B12F755E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публичные сервисы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953C64-55C8-4779-9C42-4AFFD4E9E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200112-C6EC-462F-96B8-1917E482E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61616"/>
                </a:solidFill>
              </a:defRPr>
            </a:pPr>
            <a:r>
              <a:rPr sz="2400" b="1">
                <a:solidFill>
                  <a:srgbClr val="161616"/>
                </a:solidFill>
              </a:rPr>
              <a:t>{{BUSINESS}}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674224-5267-4983-9BF2-6879BF45C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бизнес-системы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4C6D73-E134-48DB-99E7-B7DC6F739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412"/>
                </a:solidFill>
              </a:defRPr>
            </a:pPr>
            <a:r>
              <a:rPr sz="1350" b="1">
                <a:solidFill>
                  <a:srgbClr val="FF6412"/>
                </a:solidFill>
              </a:rPr>
              <a:t>Профиль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08D6B4-F59B-4BB8-8F29-0EABBEF8D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43300"/>
            <a:ext cx="106489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</a:defRPr>
            </a:pPr>
            <a:r>
              <a:rPr sz="1500" b="1">
                <a:solidFill>
                  <a:srgbClr val="161616"/>
                </a:solidFill>
              </a:rPr>
              <a:t>{{PROFILE}}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423231-05B6-4C9F-B898-A8B80D8DE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672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412"/>
                </a:solidFill>
              </a:defRPr>
            </a:pPr>
            <a:r>
              <a:rPr sz="1350" b="1">
                <a:solidFill>
                  <a:srgbClr val="FF6412"/>
                </a:solidFill>
              </a:rPr>
              <a:t>Что это означает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356F72-3556-4064-B4CE-A63F8A150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67300"/>
            <a:ext cx="106489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61616"/>
                </a:solidFill>
              </a:defRPr>
            </a:pPr>
            <a:r>
              <a:rPr sz="1425">
                <a:solidFill>
                  <a:srgbClr val="161616"/>
                </a:solidFill>
              </a:rPr>
              <a:t>{{PROFILE_IMPLICATION}}</a:t>
            </a:r>
          </a:p>
        </p:txBody>
      </p:sp>
    </p:spTree>
    <p:extLst>
      <p:ext uri="{BB962C8B-B14F-4D97-AF65-F5344CB8AC3E}">
        <p14:creationId xmlns:p14="http://schemas.microsoft.com/office/powerpoint/2010/main" val="183927159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AED8586-A29C-447B-878E-DA545630E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3db0b6f3214a79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16C278-C1B3-42BC-AB66-BAD0A1214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Четыре риска требуют управленческого внимания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137520-B3D3-48E4-B241-C06C72D3A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100C75-CBFD-4922-90A2-851F4CC24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AF85F9-F25C-42CB-90EA-075160148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A9F90B-5741-42C8-9816-1265A6107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2815F5-6DD1-41DC-B044-017BAC0AE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477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B42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51E021-C962-44F6-BFC2-38E447AFC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049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{{RISK_1_LEVEL}}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88A019-A094-4C11-A6BD-3BF5184A1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409700"/>
            <a:ext cx="3905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</a:defRPr>
            </a:pPr>
            <a:r>
              <a:rPr sz="1500" b="1">
                <a:solidFill>
                  <a:srgbClr val="161616"/>
                </a:solidFill>
              </a:rPr>
              <a:t>{{RISK_1_TITLE}}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EE487C-DECB-4F6D-82BE-C8F489A04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8097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7085"/>
                </a:solidFill>
              </a:defRPr>
            </a:pPr>
            <a:r>
              <a:rPr sz="1200">
                <a:solidFill>
                  <a:srgbClr val="667085"/>
                </a:solidFill>
              </a:rPr>
              <a:t>{{RISK_1_IMPACT}}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00797E-242D-444A-96FC-5D9425A3D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47650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952E1A-116D-4C10-BE83-1A05639D1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09850"/>
            <a:ext cx="10477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D9480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5055B3-F67C-4EF8-B466-CAD5CEE7C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0512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{{RISK_2_LEVEL}}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26B7E5-576E-43F7-AE93-20F3DD858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609850"/>
            <a:ext cx="3905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</a:defRPr>
            </a:pPr>
            <a:r>
              <a:rPr sz="1500" b="1">
                <a:solidFill>
                  <a:srgbClr val="161616"/>
                </a:solidFill>
              </a:rPr>
              <a:t>{{RISK_2_TITLE}}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89FB8E-5269-43F5-9903-3EB6840F2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0099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7085"/>
                </a:solidFill>
              </a:defRPr>
            </a:pPr>
            <a:r>
              <a:rPr sz="1200">
                <a:solidFill>
                  <a:srgbClr val="667085"/>
                </a:solidFill>
              </a:rPr>
              <a:t>{{RISK_2_IMPACT}}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12D0B8-B06E-44B8-B7FF-541A89D59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67665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329257-8BF9-47BE-8251-9BEA5D477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0"/>
            <a:ext cx="10477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E677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8DE6BA-BB54-4F14-AA32-D716D7EB4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052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{{RISK_3_LEVEL}}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0170D6-D439-4583-9D47-B7190E3A7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810000"/>
            <a:ext cx="3905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</a:defRPr>
            </a:pPr>
            <a:r>
              <a:rPr sz="1500" b="1">
                <a:solidFill>
                  <a:srgbClr val="161616"/>
                </a:solidFill>
              </a:rPr>
              <a:t>{{RISK_3_TITLE}}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8CDECC-1D3C-47D9-B158-76989DCBD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21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7085"/>
                </a:solidFill>
              </a:defRPr>
            </a:pPr>
            <a:r>
              <a:rPr sz="1200">
                <a:solidFill>
                  <a:srgbClr val="667085"/>
                </a:solidFill>
              </a:rPr>
              <a:t>{{RISK_3_IMPACT}}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EBC821-B80E-44A9-BCB3-C848051ED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87680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33AF7C-529C-45E3-8707-7D0AFD872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10150"/>
            <a:ext cx="10477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0F5F3D9-7F91-47D3-B632-B145A034B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0542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{{RISK_4_LEVEL}}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AC65B7D-64C4-435C-9025-83D5722A2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010150"/>
            <a:ext cx="3905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</a:defRPr>
            </a:pPr>
            <a:r>
              <a:rPr sz="1500" b="1">
                <a:solidFill>
                  <a:srgbClr val="161616"/>
                </a:solidFill>
              </a:rPr>
              <a:t>{{RISK_4_TITLE}}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972225-716B-4222-BE24-6A882CEA9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4102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7085"/>
                </a:solidFill>
              </a:defRPr>
            </a:pPr>
            <a:r>
              <a:rPr sz="1200">
                <a:solidFill>
                  <a:srgbClr val="667085"/>
                </a:solidFill>
              </a:rPr>
              <a:t>{{RISK_4_IMPACT}}</a:t>
            </a:r>
          </a:p>
        </p:txBody>
      </p:sp>
    </p:spTree>
    <p:extLst>
      <p:ext uri="{BB962C8B-B14F-4D97-AF65-F5344CB8AC3E}">
        <p14:creationId xmlns:p14="http://schemas.microsoft.com/office/powerpoint/2010/main" val="155145687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A43EF0A-A766-4552-9A92-3CACFFB33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4cc1ca81384e1f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A23122-B1A5-475A-89DB-A091D83ED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ИТ-рекомендации укрепляют управляемость среды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B3082A-B922-421B-99E8-17A9CCAEF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A1002D-CB2F-4A40-9C18-851AC77C0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25C06C-5C5A-4D01-AE19-7A692BC31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2491BC-BF87-43B5-A5DC-8E063ED37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10ABB8-4FA1-4ADD-9483-50A55794D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93C36C-5D5C-4E9C-B624-4DEE61BB0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581150"/>
            <a:ext cx="1004887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{{IT_1}}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4ECF77-3691-40F4-AB5F-B38A93C93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7175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28727F-B917-4927-94A1-B717DAE01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0587A1-C4FB-4F3B-9948-15A286AFD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743200"/>
            <a:ext cx="1004887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{{IT_2}}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347D58-6DDE-4D7B-BBA9-445F550B0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7338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323178-518D-4395-91C8-36E28C069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D55E4C-1E6D-4E07-892A-F2461B7EF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905250"/>
            <a:ext cx="1004887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{{IT_3}}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4619FF-B4A4-490A-861B-599DBCED0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89585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64155A-06D8-4ED2-87C5-A3A28300D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300A5A-A826-4E01-B4D0-3B87CB3D5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67300"/>
            <a:ext cx="1004887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{{IT_4}}</a:t>
            </a:r>
          </a:p>
        </p:txBody>
      </p:sp>
    </p:spTree>
    <p:extLst>
      <p:ext uri="{BB962C8B-B14F-4D97-AF65-F5344CB8AC3E}">
        <p14:creationId xmlns:p14="http://schemas.microsoft.com/office/powerpoint/2010/main" val="28009990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B980A6F-63B2-4D79-AA8B-A01C521D6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774e2da5dc4724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C0ACFF-28F8-407E-823E-FCF839671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ИБ-рекомендации снижают наиболее вероятные риски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B906E9-F959-4A78-A6E4-D06EDBFFF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D9FDD9-592A-4878-A7A6-208BA7BAA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F8D2C3-508C-40D6-A406-8A06C93C6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DCDE0A-D10A-4FDF-ABDB-D61C4F5EF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8BE0E0-B5F1-4B2A-BD1B-23850A204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0E8C1F-5655-419E-8A15-CA5CF2CBA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581150"/>
            <a:ext cx="1004887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{{SEC_1}}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54218C-DEBE-4E4B-8AED-FD72C5DF4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7175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C1E1D8-9C59-479C-9178-20A21F9D8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17C3F3-286F-4BCA-A895-6F5ED9B16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743200"/>
            <a:ext cx="1004887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{{SEC_2}}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34DFE4-A6DB-4BD0-81B8-4ED6FB0F2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7338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0859A6-5733-4FAF-A90E-965CD89DD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E1BF02-BE01-40C6-AF7D-88379F072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905250"/>
            <a:ext cx="1004887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{{SEC_3}}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BB219D-9B02-47C9-AB8B-14B7F3EBE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89585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8F4D80-E5ED-44C6-8A17-A075A359C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AC462C-7131-44A9-B3FA-70050AF15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67300"/>
            <a:ext cx="1004887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{{SEC_4}}</a:t>
            </a:r>
          </a:p>
        </p:txBody>
      </p:sp>
    </p:spTree>
    <p:extLst>
      <p:ext uri="{BB962C8B-B14F-4D97-AF65-F5344CB8AC3E}">
        <p14:creationId xmlns:p14="http://schemas.microsoft.com/office/powerpoint/2010/main" val="27236037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75CE6E4-3E75-48CC-B769-FD7967AE6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8d7ebe6faa467c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6B7327-56A1-4024-93CB-9C9F50C05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План на 90 дней переводит выводы в действия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EA3421-BAE1-465F-B128-6F49EEB4A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A30435-7C9D-4437-B696-1CD4677B2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AF5F36-1A60-4F5B-A453-F536AC0EC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9A0727-7E72-40CF-9B95-361D3378F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8B153C-5E07-4A44-829F-30AF4CE0A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CFAADC-530F-43F4-A8A1-57E488A87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CBC586-980F-4473-8843-25D882C06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0–30 дней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2EC6AB-9AA7-4E90-A706-A6B2794B8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1121E5-243F-453E-BAFC-3940C1CA0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{{ROADMAP_1_1}}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419C15-7524-43F3-8AAD-24231E826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E53DFA-6C41-4589-AE02-26193CBEC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675053-EB95-4402-ABA6-B231F3BA4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{{ROADMAP_1_2}}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AFF7FA-E8AB-433F-939E-03C46717C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D3C5F5-BF0A-4DB7-83A7-A4EA9ACCB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E5D9C7-5555-426F-9C59-BCF63B801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31–60 дней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290A87-7CCB-49E5-ADB7-F7F3A3062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22E1BF-9EA4-4D1E-982D-CBEA7D7AA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{{ROADMAP_2_1}}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B1E4F9-BBA4-4269-B5BD-95D69C260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3979B0-E786-4E3A-A84E-C6082B4BE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8E0661-01A9-44F9-B5FB-C26A2916F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{{ROADMAP_2_2}}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2D31BD-3875-414C-B462-F50E34488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D6A8C7D-8969-4669-ABA2-768ED76BD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64A8B9-97B1-4728-AAB6-1532C0041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61–90 дней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E8897E4-A345-4557-A7D9-62EEB835A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7591CDC-1687-4DAA-8B5E-9EA3CD0F6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{{ROADMAP_3_1}}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3592E3-C9E9-4457-84EF-4DDF80DC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E4D940E-5ACD-43D8-922B-4DEB6BE0A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1C61B3D-CD67-4985-9CF5-FA0B2B3F8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{{ROADMAP_3_2}}</a:t>
            </a:r>
          </a:p>
        </p:txBody>
      </p:sp>
    </p:spTree>
    <p:extLst>
      <p:ext uri="{BB962C8B-B14F-4D97-AF65-F5344CB8AC3E}">
        <p14:creationId xmlns:p14="http://schemas.microsoft.com/office/powerpoint/2010/main" val="173265684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616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BB4605F-9F8C-4D8E-9DAD-EAAB64D95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9b5f48b3fe40fa"/>
          <a:stretch xmlns:a="http://schemas.openxmlformats.org/drawingml/2006/main"/>
        </p:blipFill>
        <p:spPr>
          <a:xfrm xmlns:a="http://schemas.openxmlformats.org/drawingml/2006/main">
            <a:off x="9512270" y="342900"/>
            <a:ext cx="1835209" cy="6858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24AF1A-07B8-46A9-BC90-1134E2FA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245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</a:defRPr>
            </a:pPr>
            <a:r>
              <a:rPr sz="2700" b="1">
                <a:solidFill>
                  <a:srgbClr val="FFFFFF"/>
                </a:solidFill>
              </a:rPr>
              <a:t>Решения, которые стоит принять сейчас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B5E759-3BDF-45D0-8F9D-1785A6183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76350"/>
            <a:ext cx="10668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07ED31-DA31-4F1F-A915-8CAA8347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4E077D-CB2A-4534-B05F-25A07F83A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714500"/>
            <a:ext cx="971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FFFFF"/>
                </a:solidFill>
              </a:defRPr>
            </a:pPr>
            <a:r>
              <a:rPr sz="1425">
                <a:solidFill>
                  <a:srgbClr val="FFFFFF"/>
                </a:solidFill>
              </a:rPr>
              <a:t>{{DECISION_1}}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8E954C-55E6-4B56-AE81-F2AEF76CA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289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2BDC9C-156B-4D10-8013-306556CE4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90800"/>
            <a:ext cx="971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FFFFF"/>
                </a:solidFill>
              </a:defRPr>
            </a:pPr>
            <a:r>
              <a:rPr sz="1425">
                <a:solidFill>
                  <a:srgbClr val="FFFFFF"/>
                </a:solidFill>
              </a:rPr>
              <a:t>{{DECISION_2}}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FB1D6F-B99B-473C-BCEF-785422A61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052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52F15C-F33C-4825-BDDC-CE45D15F2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467100"/>
            <a:ext cx="971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FFFFF"/>
                </a:solidFill>
              </a:defRPr>
            </a:pPr>
            <a:r>
              <a:rPr sz="1425">
                <a:solidFill>
                  <a:srgbClr val="FFFFFF"/>
                </a:solidFill>
              </a:rPr>
              <a:t>{{DECISION_3}}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79344B-27A2-436C-9C09-6CD828A92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15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C780CB-8290-4DB2-8C30-6824F0D4C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43400"/>
            <a:ext cx="971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FFFFF"/>
                </a:solidFill>
              </a:defRPr>
            </a:pPr>
            <a:r>
              <a:rPr sz="1425">
                <a:solidFill>
                  <a:srgbClr val="FFFFFF"/>
                </a:solidFill>
              </a:rPr>
              <a:t>{{DECISION_4}}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3B4ED1-D0C6-4424-9CF2-4DB5C2FA5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43550"/>
            <a:ext cx="54292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DFE16C-02E8-4C16-B3B7-F1F08FF84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24525"/>
            <a:ext cx="5010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Следующий шаг: согласовать приоритеты, владельцев и критерии результата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78E9C2-7844-488C-A63C-66F22706A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876925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Khalil Audit System  |  by Ivan Rudoy</a:t>
            </a:r>
          </a:p>
        </p:txBody>
      </p:sp>
    </p:spTree>
    <p:extLst>
      <p:ext uri="{BB962C8B-B14F-4D97-AF65-F5344CB8AC3E}">
        <p14:creationId xmlns:p14="http://schemas.microsoft.com/office/powerpoint/2010/main" val="40313443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2026-07-16T06:39:04.8590000Z</dcterms:created>
  <dcterms:modified xsi:type="dcterms:W3CDTF">2026-07-16T06:39:04.8590000Z</dcterms:modified>
</coreProperties>
</file>