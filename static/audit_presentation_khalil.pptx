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8ee0334ea74b16" /><Relationship Type="http://schemas.openxmlformats.org/officeDocument/2006/relationships/extended-properties" Target="/docProps/app.xml" Id="R1d5059948dde4e2c" /><Relationship Type="http://schemas.openxmlformats.org/officeDocument/2006/relationships/officeDocument" Target="/ppt/presentation.xml" Id="R54d7aecef029494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0dfc94158b84073"/>
  </p:sldMasterIdLst>
  <p:notesMasterIdLst>
    <p:notesMasterId xmlns:r="http://schemas.openxmlformats.org/officeDocument/2006/relationships" r:id="Rc194b5bb05314a74"/>
  </p:notesMasterIdLst>
  <p:sldIdLst>
    <p:sldId xmlns:r="http://schemas.openxmlformats.org/officeDocument/2006/relationships" id="256" r:id="R3611fdde12314d2a"/>
    <p:sldId xmlns:r="http://schemas.openxmlformats.org/officeDocument/2006/relationships" id="257" r:id="R612def26c3904535"/>
    <p:sldId xmlns:r="http://schemas.openxmlformats.org/officeDocument/2006/relationships" id="258" r:id="R421d5f74b1da4a4e"/>
    <p:sldId xmlns:r="http://schemas.openxmlformats.org/officeDocument/2006/relationships" id="259" r:id="Rce19a3e198cb4830"/>
    <p:sldId xmlns:r="http://schemas.openxmlformats.org/officeDocument/2006/relationships" id="260" r:id="Rafcee7c8a85f4247"/>
    <p:sldId xmlns:r="http://schemas.openxmlformats.org/officeDocument/2006/relationships" id="261" r:id="Rbf3257a256f34237"/>
    <p:sldId xmlns:r="http://schemas.openxmlformats.org/officeDocument/2006/relationships" id="262" r:id="Rfd7395deb9e9417a"/>
    <p:sldId xmlns:r="http://schemas.openxmlformats.org/officeDocument/2006/relationships" id="263" r:id="R08d4c52504bd4a21"/>
    <p:sldId xmlns:r="http://schemas.openxmlformats.org/officeDocument/2006/relationships" id="264" r:id="R4399eb57d1624cc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e0e8901c3dd410d" /><Relationship Type="http://schemas.openxmlformats.org/officeDocument/2006/relationships/slideMaster" Target="/ppt/slideMasters/slideMaster1.xml" Id="Rf0dfc94158b84073" /><Relationship Type="http://schemas.openxmlformats.org/officeDocument/2006/relationships/notesMaster" Target="/ppt/notesMasters/notesMaster1.xml" Id="Rc194b5bb05314a74" /><Relationship Type="http://schemas.openxmlformats.org/officeDocument/2006/relationships/presProps" Target="/ppt/presProps.xml" Id="Rd1b91730298b4102" /><Relationship Type="http://schemas.openxmlformats.org/officeDocument/2006/relationships/tableStyles" Target="/ppt/tableStyles.xml" Id="Rf352240c0a9d49e9" /><Relationship Type="http://schemas.openxmlformats.org/officeDocument/2006/relationships/slide" Target="/ppt/slides/slide1.xml" Id="R3611fdde12314d2a" /><Relationship Type="http://schemas.openxmlformats.org/officeDocument/2006/relationships/slide" Target="/ppt/slides/slide2.xml" Id="R612def26c3904535" /><Relationship Type="http://schemas.openxmlformats.org/officeDocument/2006/relationships/slide" Target="/ppt/slides/slide3.xml" Id="R421d5f74b1da4a4e" /><Relationship Type="http://schemas.openxmlformats.org/officeDocument/2006/relationships/slide" Target="/ppt/slides/slide4.xml" Id="Rce19a3e198cb4830" /><Relationship Type="http://schemas.openxmlformats.org/officeDocument/2006/relationships/slide" Target="/ppt/slides/slide5.xml" Id="Rafcee7c8a85f4247" /><Relationship Type="http://schemas.openxmlformats.org/officeDocument/2006/relationships/slide" Target="/ppt/slides/slide6.xml" Id="Rbf3257a256f34237" /><Relationship Type="http://schemas.openxmlformats.org/officeDocument/2006/relationships/slide" Target="/ppt/slides/slide7.xml" Id="Rfd7395deb9e9417a" /><Relationship Type="http://schemas.openxmlformats.org/officeDocument/2006/relationships/slide" Target="/ppt/slides/slide8.xml" Id="R08d4c52504bd4a21" /><Relationship Type="http://schemas.openxmlformats.org/officeDocument/2006/relationships/slide" Target="/ppt/slides/slide9.xml" Id="R4399eb57d1624cc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f2b7a4c9564b3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9663de21c94acf" /><Relationship Type="http://schemas.openxmlformats.org/officeDocument/2006/relationships/notesMaster" Target="/ppt/notesMasters/notesMaster1.xml" Id="R4014624254674db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c1ace4c4f2e455b" /><Relationship Type="http://schemas.openxmlformats.org/officeDocument/2006/relationships/notesMaster" Target="/ppt/notesMasters/notesMaster1.xml" Id="R109feb7579e6421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0e34f661734d00" /><Relationship Type="http://schemas.openxmlformats.org/officeDocument/2006/relationships/notesMaster" Target="/ppt/notesMasters/notesMaster1.xml" Id="R5d0930e3aaf345b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2ee447fb914cb4" /><Relationship Type="http://schemas.openxmlformats.org/officeDocument/2006/relationships/notesMaster" Target="/ppt/notesMasters/notesMaster1.xml" Id="R168b4fda87d540e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852d1c9ae948c1" /><Relationship Type="http://schemas.openxmlformats.org/officeDocument/2006/relationships/notesMaster" Target="/ppt/notesMasters/notesMaster1.xml" Id="R78d7edcaa146480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c2fca285dab489e" /><Relationship Type="http://schemas.openxmlformats.org/officeDocument/2006/relationships/notesMaster" Target="/ppt/notesMasters/notesMaster1.xml" Id="R1c7813b78f4e4f7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eff461ff7824dd1" /><Relationship Type="http://schemas.openxmlformats.org/officeDocument/2006/relationships/notesMaster" Target="/ppt/notesMasters/notesMaster1.xml" Id="R5706d85fe124429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7e964295b30451d" /><Relationship Type="http://schemas.openxmlformats.org/officeDocument/2006/relationships/notesMaster" Target="/ppt/notesMasters/notesMaster1.xml" Id="R56e3b88f2c1a4aa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3fc73014d46408f" /><Relationship Type="http://schemas.openxmlformats.org/officeDocument/2006/relationships/notesMaster" Target="/ppt/notesMasters/notesMaster1.xml" Id="R42643da0e5584b1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f24cfa0326437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220be38ef74439c" /><Relationship Type="http://schemas.openxmlformats.org/officeDocument/2006/relationships/slideLayout" Target="/ppt/slideLayouts/slideLayout1.xml" Id="Re89d655fda904aa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9d655fda904aa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a280a044034f3f" /><Relationship Type="http://schemas.openxmlformats.org/officeDocument/2006/relationships/image" Target="/ppt/media/image.png" Id="R911043a9bd7542f7" /><Relationship Type="http://schemas.openxmlformats.org/officeDocument/2006/relationships/image" Target="/ppt/media/image2.png" Id="Rbed2715e8a1c42bf" /><Relationship Type="http://schemas.openxmlformats.org/officeDocument/2006/relationships/notesSlide" Target="/ppt/notesSlides/notesSlide1.xml" Id="Rf500ec2f8f964ef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53157fb5f44553" /><Relationship Type="http://schemas.openxmlformats.org/officeDocument/2006/relationships/image" Target="/ppt/media/image3.png" Id="R841ef76d5e184844" /><Relationship Type="http://schemas.openxmlformats.org/officeDocument/2006/relationships/notesSlide" Target="/ppt/notesSlides/notesSlide2.xml" Id="Rc4eaefcd3e7f4dd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cf9555d0814c01" /><Relationship Type="http://schemas.openxmlformats.org/officeDocument/2006/relationships/image" Target="/ppt/media/image4.png" Id="Rf92bf0eaf7254365" /><Relationship Type="http://schemas.openxmlformats.org/officeDocument/2006/relationships/notesSlide" Target="/ppt/notesSlides/notesSlide3.xml" Id="Rdddd87fd902a4b3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dea123e3fa41c4" /><Relationship Type="http://schemas.openxmlformats.org/officeDocument/2006/relationships/image" Target="/ppt/media/image5.png" Id="Rfd9679b908794864" /><Relationship Type="http://schemas.openxmlformats.org/officeDocument/2006/relationships/notesSlide" Target="/ppt/notesSlides/notesSlide4.xml" Id="R081eebaa71d94e7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614c7119424cf5" /><Relationship Type="http://schemas.openxmlformats.org/officeDocument/2006/relationships/image" Target="/ppt/media/image6.png" Id="Rf15d0e1ead0b4980" /><Relationship Type="http://schemas.openxmlformats.org/officeDocument/2006/relationships/notesSlide" Target="/ppt/notesSlides/notesSlide5.xml" Id="R4828cb1d6f0640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05d1a241d54977" /><Relationship Type="http://schemas.openxmlformats.org/officeDocument/2006/relationships/image" Target="/ppt/media/image7.png" Id="Re3bc7a4d0ca34379" /><Relationship Type="http://schemas.openxmlformats.org/officeDocument/2006/relationships/notesSlide" Target="/ppt/notesSlides/notesSlide6.xml" Id="R896ef81067d146c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c5d38a4fc94c00" /><Relationship Type="http://schemas.openxmlformats.org/officeDocument/2006/relationships/image" Target="/ppt/media/image8.png" Id="R560ae3fda3b84d2a" /><Relationship Type="http://schemas.openxmlformats.org/officeDocument/2006/relationships/notesSlide" Target="/ppt/notesSlides/notesSlide7.xml" Id="R299d9e63435a4bc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b836f6df2f49da" /><Relationship Type="http://schemas.openxmlformats.org/officeDocument/2006/relationships/image" Target="/ppt/media/image9.png" Id="R3c790e6a36a7405b" /><Relationship Type="http://schemas.openxmlformats.org/officeDocument/2006/relationships/notesSlide" Target="/ppt/notesSlides/notesSlide8.xml" Id="Rdafac7f6f9d6455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6db13067e74103" /><Relationship Type="http://schemas.openxmlformats.org/officeDocument/2006/relationships/image" Target="/ppt/media/image10.png" Id="Re3ecd16c9e544c4f" /><Relationship Type="http://schemas.openxmlformats.org/officeDocument/2006/relationships/image" Target="/ppt/media/image11.png" Id="R8c80900c3e0a43ea" /><Relationship Type="http://schemas.openxmlformats.org/officeDocument/2006/relationships/notesSlide" Target="/ppt/notesSlides/notesSlide9.xml" Id="Rf367fb34721d48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DE33E2-51A8-4228-9EFA-F1612DFEF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F56248-63EC-4D1D-B774-A7520D07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7067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B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1043a9bd7542f7"/>
          <a:stretch xmlns:a="http://schemas.openxmlformats.org/drawingml/2006/main"/>
        </p:blipFill>
        <p:spPr>
          <a:xfrm xmlns:a="http://schemas.openxmlformats.org/drawingml/2006/main">
            <a:off x="729419" y="523875"/>
            <a:ext cx="2294012" cy="857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D5D245-5A30-4806-9781-BC4F3DDB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ЭКСПЕРТНЫЙ АУДИТ ИТ И ИБ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6DF56E-F241-4C14-9339-B632DB733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600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61616"/>
                </a:solidFill>
              </a:defRPr>
            </a:pPr>
            <a:r>
              <a:rPr sz="3750" b="1">
                <a:solidFill>
                  <a:srgbClr val="161616"/>
                </a:solidFill>
              </a:rPr>
              <a:t>{{COMPANY}}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FD3D70-5731-4F84-B4BF-C99CCE0C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7085"/>
                </a:solidFill>
              </a:defRPr>
            </a:pPr>
            <a:r>
              <a:rPr sz="1650">
                <a:solidFill>
                  <a:srgbClr val="667085"/>
                </a:solidFill>
              </a:rPr>
              <a:t>{{INDUSTRY}}  •  {{CITY}}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5BAFBD-EBFF-44DD-BFF1-596420521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2C414-4CDC-4489-82EA-1682BA9D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0F51D7-4ACD-4AFB-A70D-FE913A21D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{{IT_SCORE}}%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5674FF-576C-4A48-9F39-789F0DB98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F5AF45-3B5B-46F1-B961-24386AB0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3FDD88-32F0-4031-A01F-934F7512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{{SCORE}}%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EB35C7-F7BF-4B51-A945-FFF58C5A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1625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{{DATE}}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d2715e8a1c42bf"/>
          <a:srcRect xmlns:a="http://schemas.openxmlformats.org/drawingml/2006/main" l="5453" t="0" r="54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96150" y="0"/>
            <a:ext cx="4895850" cy="68580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200EE7-7952-4195-964E-CA1F6561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6DFE5E-DAF7-40ED-AD34-6C899A1DE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by Ivan Rudoy</a:t>
            </a:r>
          </a:p>
        </p:txBody>
      </p:sp>
    </p:spTree>
    <p:extLst>
      <p:ext uri="{BB962C8B-B14F-4D97-AF65-F5344CB8AC3E}">
        <p14:creationId xmlns:p14="http://schemas.microsoft.com/office/powerpoint/2010/main" val="21167498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6E0B11-01C1-4BE5-8BF9-5CA0BF6A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1ef76d5e184844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2080A3-3D37-46B1-B7A1-790C097B7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Кто стоит за аудитом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97F2FC-EA17-4F2F-8677-CF1C0028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D82B6E-7DC6-4948-934E-FA76591B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4DD853-EA70-4F83-B54F-3F35356CD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BFBF28-DC31-4B91-B97C-2A5B2A59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10A9DF-326C-4C6B-BF71-8C2A605D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6412"/>
                </a:solidFill>
              </a:defRPr>
            </a:pPr>
            <a:r>
              <a:rPr sz="1875" b="1">
                <a:solidFill>
                  <a:srgbClr val="FF6412"/>
                </a:solidFill>
              </a:rPr>
              <a:t>ТОО «Khalil Trade»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BCD15E-B7B5-4993-98C6-F80CFB4B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B57F04-8025-442A-BD7D-DD88075A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От аудита и проектирования -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6B61EE-B1BF-4634-B129-3732BA257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2020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3DEB39-F4DB-42A6-8040-BE0638C4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BFB0A5-2942-44AD-A1DA-7624F68A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61616"/>
                </a:solidFill>
              </a:defRPr>
            </a:pPr>
            <a:r>
              <a:rPr sz="2700" b="1">
                <a:solidFill>
                  <a:srgbClr val="161616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4AEC4A-7EFA-4AFD-BC6C-B05F1F28E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крупных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3DC1FD-DA60-409C-A1FF-158A3832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90A0DF-1DBE-48C9-BD53-0DF21818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90267E-1598-4F99-9D29-54B0A03FD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14950"/>
            <a:ext cx="495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FB3936-1338-4FA5-B174-796FE2091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Одна команда отвечает за архитектуру, безопасность и практическую реализацию.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C947C7-A796-4BF4-B13C-EE63F43CF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8826C1-B784-4086-8FC3-B67043788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2875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79E1F7-02DC-4E32-9F97-F2D5B899F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7165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Аудит, проектирование защиты, внедрение, поддержка и обучение.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EDCDA5-0757-4342-8CB2-01936CCF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982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61E008-2523-44D8-B041-39B896FC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60032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5489C3-B3E3-4CAC-A511-FFCE8B93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6222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Системная интеграция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95C7EB-5D86-48DD-B7B5-CD8D7999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0512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Сетевая, серверная и вычислительная инфраструктура под ключ.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60A343-E6AB-4DCC-988C-7E7591175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43300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3AC949-440F-41F2-B53E-1428203D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338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E454DA-A618-4ED7-A851-89004C3A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9570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Автоматизация процессов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BDF052-7ECA-46B4-B42A-1FA1A474B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СЭД, low-code, ESM/BPM и цифровые решения для бизнеса.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DF3277-1BD5-41BF-B436-AAA509F77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7677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126601-D69D-461E-8245-B5B785B1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72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B7323B-C7FC-4574-A020-9E0F1990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2917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Сопровождение и развитие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EB68CC3-75B7-4B4C-AAE0-E2A28B87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7207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Рабочие сессии, внедрение, поддержка и передача знаний команде.</a:t>
            </a:r>
          </a:p>
        </p:txBody>
      </p:sp>
    </p:spTree>
    <p:extLst>
      <p:ext uri="{BB962C8B-B14F-4D97-AF65-F5344CB8AC3E}">
        <p14:creationId xmlns:p14="http://schemas.microsoft.com/office/powerpoint/2010/main" val="152277848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42EFF1-E3F9-41FF-9D70-80489FBBB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2bf0eaf7254365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AF4923-AFA1-4D40-8C2A-1EC16D017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Главный вывод аудита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5B3517-22B3-4072-904F-D6F5C212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9B9BF5-AAB7-46CC-8772-E3A1A76B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886A05-87FA-40A5-8E43-74ED6E59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CE0CB4-A71B-4759-A2FF-7892EFE6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E6246B-B528-4146-B110-6B15737E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4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6412"/>
                </a:solidFill>
              </a:defRPr>
            </a:pPr>
            <a:r>
              <a:rPr sz="2100" b="1">
                <a:solidFill>
                  <a:srgbClr val="FF6412"/>
                </a:solidFill>
              </a:rPr>
              <a:t>{{SUMMARY_TITLE}}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D85E2C-F793-4CCD-A268-B4C4F0911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1680D9-DFED-473D-94B7-657BFDB8A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43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{{SUMMARY_1}}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5ECA32-FFF4-4A76-B86F-248FE903E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29DC7F-ABF6-40C6-AB88-0820E1003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80A954-189F-4229-AE47-E9AD4A1D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{{SUMMARY_2}}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98ED51-6EB9-49C5-B841-13B5EF38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0E7E0B-E05F-4DF5-8846-8E442016A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7BEBAD-3742-4BD5-9B9F-BD362739E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{{SUMMARY_3}}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5364D4-C27A-4D99-B34E-6D2B81E1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29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B75776-EB0C-436A-8B25-3248A330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F259AD-BACA-4657-80E5-F6E3DF4A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{{SUMMARY_4}}</a:t>
            </a:r>
          </a:p>
        </p:txBody>
      </p:sp>
    </p:spTree>
    <p:extLst>
      <p:ext uri="{BB962C8B-B14F-4D97-AF65-F5344CB8AC3E}">
        <p14:creationId xmlns:p14="http://schemas.microsoft.com/office/powerpoint/2010/main" val="14724328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71514D-B1A8-4AF0-ADC7-292CDFD1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9679b908794864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AA94A2-A436-4C84-92E9-ECB86201D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Масштаб инфраструктуры задает три приоритета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F4F908-0FC4-4BCD-AE21-EB3404CAB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50BFA0-009E-444A-99A4-BADC9C52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85AF79-7EFC-45F8-9D3F-6F8412D4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8B6E93-EE71-43B8-818B-D64578FE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EF041F-796E-4B9B-86F7-A78D2671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9525">
            <a:solidFill>
              <a:srgbClr val="FF64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B25447-06E1-47A8-B880-443F0506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{{USERS}}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81AFD2-F6DA-41EF-B8A9-29F6D667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рабочих мест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465010-2F9B-479A-AC68-0FBE91B4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E40482-2501-4E21-A404-59DB5A1A3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{{SERVERS}}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96244D-9D6F-4865-92F0-F31A300F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серверов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6B58C9-3122-4419-BFBC-00E0165A3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17A825-11DC-4427-A009-1D93C23C7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{{PUBLIC}}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E7D2E2-4EE6-48B5-9C55-0F3009BA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публичные сервисы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018D64-373A-4110-89D1-C2239520B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444E15-3714-462B-9A8C-CB6E4997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{{BUSINESS}}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D23301-88DE-412B-A618-114E3196A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бизнес-системы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E26A83-7FF2-4E19-ADD7-959A8FF87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Профиль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260BE0-3247-4199-80EA-BB33B932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064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{{PROFILE}}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6C70B6-0395-44BD-8751-FF1999BC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412"/>
                </a:solidFill>
              </a:defRPr>
            </a:pPr>
            <a:r>
              <a:rPr sz="1350" b="1">
                <a:solidFill>
                  <a:srgbClr val="FF6412"/>
                </a:solidFill>
              </a:rPr>
              <a:t>Управленческий фокус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5EA8E5-7503-49C6-B209-2E84E5392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DCA40E-4B0F-4AD0-8972-55E1755A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{{FOCUS_1_TITLE}}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82194A-2A04-4674-976F-90AB93D2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{{FOCUS_1_TEXT}}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4E5DC5-F79F-4D3A-9101-4F71F2AB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A9E2E8-AA13-4187-ACFC-BCB545FCE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{{FOCUS_2_TITLE}}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244211-1EB8-41BD-84EF-EC717F111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{{FOCUS_2_TEXT}}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FB666C-743E-4251-99DC-980B1123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0F35301-AAE6-43F2-BEE8-F36E68AF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{{FOCUS_3_TITLE}}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5F8010-823A-4601-B2ED-90A830F8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{{FOCUS_3_TEXT}}</a:t>
            </a:r>
          </a:p>
        </p:txBody>
      </p:sp>
    </p:spTree>
    <p:extLst>
      <p:ext uri="{BB962C8B-B14F-4D97-AF65-F5344CB8AC3E}">
        <p14:creationId xmlns:p14="http://schemas.microsoft.com/office/powerpoint/2010/main" val="224834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987FD6-6167-4DC0-AA18-68265B75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5d0e1ead0b4980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A5B3BF-FA9F-4A73-BEC6-41A98DE98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Четыре риска требуют управленческого внимания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A748E7-B9CF-4051-AA9A-BD4982A77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E25866-111D-450F-A8B8-8E0DAFCE8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2F9688-DAB1-4D72-AF43-D8976660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4D7561-D46D-402F-9886-2E00486F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CDA889-7039-4E2E-917A-69E22445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733C9C-EB85-44B8-9C34-23B8F101E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430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{{RISK_1_LEVEL}}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947180-4EB1-4CB3-AE79-940B39246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3906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{{RISK_1_TITLE}}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BD2236-13CA-478E-9DCC-8D6A25C2D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954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{{RISK_1_IMPACT}}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E2E979-5104-4FF8-AFC9-39B00D02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1145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Рекомендуем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90E828-1A9E-4F62-A5B6-5BFAA242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0764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{{RISK_1_RECOMMENDATION}}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E84A01-192C-42C8-B980-F01608F9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4955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11DC3F-DB8F-4B99-8AE3-A5C31637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098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D948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37EE34-6CE6-426C-A450-D11428F74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622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{{RISK_2_LEVEL}}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01CE12-2E85-4837-8C9E-8FF4D836E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6098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{{RISK_2_TITLE}}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057AD5-EFF9-4BD8-84D6-4666589B3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9146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{{RISK_2_IMPACT}}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005AE3-0C9F-453A-B7BA-0EFB8CD03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3337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Рекомендуем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99D9EF-D28D-44BD-A7D9-862BD4F44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2956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{{RISK_2_RECOMMENDATION}}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8BF061-E567-4D9B-BCEA-66C24464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7147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3962F8-B3B7-4E5E-A897-1F97735EA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677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D21463-1C88-4110-B2A9-016D8EC6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814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{{RISK_3_LEVEL}}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792BBA-9B05-4528-9925-71B88442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8290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{{RISK_3_TITLE}}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C34251-DD61-47AF-B264-0BD962178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1338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{{RISK_3_IMPACT}}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59D916-FB51-4164-8538-B552C788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5529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Рекомендуем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4DE70C-B44A-4989-85BB-DD441F887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5148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{{RISK_3_RECOMMENDATION}}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994914-9330-45B6-A642-3619CB25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9339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6F096D-D634-4E9B-AFA5-5B11D92D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A85B45-5FC9-4C20-BCE3-B1719DF78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006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{{RISK_4_LEVEL}}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280AF3-6CC8-44C2-8C43-630373A1F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0482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{{RISK_4_TITLE}}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69AC72-9089-4020-96B4-8206354D8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3530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{{RISK_4_IMPACT}}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8BD3524-FEB6-43AC-BEEE-12762241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7721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Рекомендуем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70C91EE-9D85-4219-8EA4-54FA1F7A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7340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{{RISK_4_RECOMMENDATION}}</a:t>
            </a:r>
          </a:p>
        </p:txBody>
      </p:sp>
    </p:spTree>
    <p:extLst>
      <p:ext uri="{BB962C8B-B14F-4D97-AF65-F5344CB8AC3E}">
        <p14:creationId xmlns:p14="http://schemas.microsoft.com/office/powerpoint/2010/main" val="10341385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83E276-F386-4070-BFCC-F37FEB51C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bc7a4d0ca34379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98E32A-9F32-462C-A9C8-3CE8A1ED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первоочередные меры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6D84A9-CB45-4663-AEDD-B69DC2C70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85BED3-1A60-4D0B-BC54-48A3FD3CD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A4DEA1-BBC6-49CF-B4BB-19981EC6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7F49F5-E031-421A-A397-759A1A0D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288DCC-EDAA-40E3-BBFD-4388576C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72504B-09DD-450F-A1FB-3AF14253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3B14B0-4285-4FD6-B776-8845E3CE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5D50E5-DDCF-4EED-8816-5989A66E4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{{REC_1_ACTION}}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1F394B-400B-46A9-BF52-8F698B4D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227C6C-16C6-4027-850E-1504DF20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F42B42-F9F4-4DB4-A368-D14BC16C6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{{REC_1_SOLUTION}}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BD4206-C984-4BDF-BA4D-4D7D4A44D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0F3959-FDFA-43AC-A70A-328356AB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{{REC_1_VENDORS}}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DD1C43-8182-4B80-B829-1A114A835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C3B98A-7768-4D1C-8694-CE01FFED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0AA06F-CAD5-4093-B006-2C718748C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{{REC_2_TITLE}}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B1109-4A80-4A4D-B96B-78C1EE7AA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{{REC_2_ACTION}}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FA5470-7808-4E4F-8829-EF18D6C3D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D4B6CB-65EE-49C5-BEE2-A9D3F4377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A7B5C4-8C5B-43C4-8EAA-9A2B0F5B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{{REC_2_SOLUTION}}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DB6BDE-07A1-4ABD-B7EE-93FB1DF8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6BA7E1-C551-4619-B197-31CDBC331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{{REC_2_VENDORS}}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1FC562-9737-4F87-899B-66362772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159094-0708-4FAB-BEBE-BC34F0EC4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B96DD9-6EC4-4D82-8F47-D52FC5BAB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{{REC_3_TITLE}}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2FBD4C-A178-419F-AEDF-1FA2643D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{{REC_3_ACTION}}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078623-A0C1-46B5-9DA1-85267060E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1671E5-1B19-4264-8236-35399218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64EFA1-785A-4649-BC1F-EB7C823E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{{REC_3_SOLUTION}}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4D82D3-94DC-4D89-9C70-0E17699FC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8F17BE-88A4-42A9-898B-4333817E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{{REC_3_VENDORS}}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A1495E1-6721-4A38-8C44-853208B5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D8516E7-3C9F-42BF-9BD9-9659DE341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2C002D-938A-45AC-88A7-F82FBAD9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{{REC_4_TITLE}}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DB7C8B4-136B-4050-9115-0F5302F2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{{REC_4_ACTION}}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5F7A687-7C3A-423C-8E01-EA703495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E4AD996-9A7D-4A4A-9890-6B4ACDF4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7B997A9-3ADD-402F-B083-A8D9A661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{{REC_4_SOLUTION}}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A682A15-2880-442A-8193-2F1A063B2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6A3C123-9C36-4952-973C-3747E8D65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{{REC_4_VENDORS}}</a:t>
            </a:r>
          </a:p>
        </p:txBody>
      </p:sp>
    </p:spTree>
    <p:extLst>
      <p:ext uri="{BB962C8B-B14F-4D97-AF65-F5344CB8AC3E}">
        <p14:creationId xmlns:p14="http://schemas.microsoft.com/office/powerpoint/2010/main" val="4603310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A160AC-8466-4B60-8678-434B31BEB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0ae3fda3b84d2a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472B7E-47A7-4C26-AB60-D81013D4F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следующий этап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255F3A-AD15-43EF-A3DF-309FB2BF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B3DB99-3525-4FC8-B67D-14D4DFB2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D14DD5-6553-4C63-9CC5-7E3AE2A4F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70BD4A-D6E1-4AE1-81A9-350946F8F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0EBF97-B0BB-4963-B2BC-BD6FE757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9E2A7C-89C4-4808-88C7-6D220615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452FC1-13C2-4588-B620-5D74E91B1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{{REC_5_TITLE}}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3ACF42-AC97-4883-BE07-531D92D98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{{REC_5_ACTION}}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31FDC9-A639-4AB5-9E8F-CB4190D40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63E02A-AD16-420E-AFB0-C24AAD47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43454C-1C91-4DF0-AEE0-5AC8DB319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{{REC_5_SOLUTION}}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3300FE-84C5-4B89-8FA7-E60C05B3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9347B9-2B97-4DF8-B928-72F1EA84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{{REC_5_VENDORS}}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A9945E-8112-4963-8BE0-F5AFAD8AD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67AE51-456D-4460-985F-AC7105DFF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F7300A-C253-4CDA-AF15-012ADAD93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{{REC_6_TITLE}}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BA8A63-C6A6-464A-84C9-5E97FB88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{{REC_6_ACTION}}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D067EE-1F6B-4E9B-B98D-2709D844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1953F9-16EA-45C0-AC50-52945EF5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5AD7DE-7726-4243-A418-A81AB19F5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{{REC_6_SOLUTION}}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9E876B-64AE-461A-A961-98C1166D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FA457E-2EF6-48FF-801C-C256EF99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{{REC_6_VENDORS}}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D3473B-7D3B-4A37-8325-465CCAD7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20A0A0-73B8-41B2-A974-0AF111C9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87EDC2-28B2-4BF7-97B0-18311BE64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{{REC_7_TITLE}}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09A38F-D3CA-4C7F-9F37-4767A16A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{{REC_7_ACTION}}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61B1BC-0055-454C-B78F-B0683C16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16380D-6887-42FF-972D-51606D1B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60B169-1218-4953-B396-213EEE49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{{REC_7_SOLUTION}}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ED06254-B378-4B3C-A315-84BFA096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A89328-EA5A-4925-B331-7FC346E76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{{REC_7_VENDORS}}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F66613B-7421-4203-969B-A7D5392A9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3A9E951-7CCB-4153-A5BB-69CF0517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08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0E15EC-A1E0-43A2-90E5-26B2D337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{{REC_8_TITLE}}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8C7ADFD-F91F-4BDB-A6FA-B511649F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{{REC_8_ACTION}}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C25972F-3385-407A-A70A-4C8942769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78C373-8C3C-4E31-A950-FCB0EC6EF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E36469F-FDD6-4D2A-AE2F-455114E6C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{{REC_8_SOLUTION}}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7E2358F-714E-461B-B068-7588A9EC1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F21FA6D-91E6-4A11-A499-E2F81EB3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{{REC_8_VENDORS}}</a:t>
            </a:r>
          </a:p>
        </p:txBody>
      </p:sp>
    </p:spTree>
    <p:extLst>
      <p:ext uri="{BB962C8B-B14F-4D97-AF65-F5344CB8AC3E}">
        <p14:creationId xmlns:p14="http://schemas.microsoft.com/office/powerpoint/2010/main" val="158993662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CE9856-4DFA-4C85-ADB1-AAC82BE8E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790e6a36a7405b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626EA8-A0CD-432E-89EB-3735D808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19F8C5-6C81-410E-868D-F872282F7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D9AAAC-A447-477E-8618-B97139B4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D434A0-8EEB-4D5B-802D-1F9339C9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12B214-2AF8-49E9-9810-7EAC7305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7091BD-56A5-4188-811A-84FB9257F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CB2086-66B4-44AF-A606-BCDDD1B68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E143D1-D99B-4824-A6CD-68E19E56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0–30 дней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E67B8A-5FEC-4A2D-841A-EA9CF26A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1965A1-20AE-418F-92E1-B68FABEB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{{ROADMAP_1_1}}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441DE5-F084-4184-B4AE-B06A4B8DD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A112A3-881E-4266-A436-8E34A10B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F07C51-EEF8-4878-B564-42676B4C4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{{ROADMAP_1_2}}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9DFDED-372C-4A84-9B9D-1AD45485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A9AD6F-C761-4174-BEFA-49ACF1A6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610FB2-8D80-4076-BF54-A7AEBDE4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31–60 дней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B4761F-24AC-47F9-AD17-4B1FB41F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595808-1EB6-4BF1-B7FC-A01DF2C5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{{ROADMAP_2_1}}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F9F02E-FEAD-4C00-9142-AE4CE835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D9DE44-C191-4E37-9144-7993ABCB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25E0A9-26DF-4EA5-A3BE-320E8030E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{{ROADMAP_2_2}}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371558-8340-4839-B610-40ED968F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7EC86F-67E3-4345-AA59-B086EE1E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4C94D5-4DB4-46E5-9E8D-B9DE2DA5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61–90 дней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1B4DFE-E9E7-4232-8EDA-083118EE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D850FA-C489-4945-9138-4926E44C6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{{ROADMAP_3_1}}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C7D129-340F-4009-BE48-DE65B06F3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ECC6A1-4C9E-4C1C-8FEA-7D6733DB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B45501-CABB-4FB6-AEE3-4F1199172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{{ROADMAP_3_2}}</a:t>
            </a:r>
          </a:p>
        </p:txBody>
      </p:sp>
    </p:spTree>
    <p:extLst>
      <p:ext uri="{BB962C8B-B14F-4D97-AF65-F5344CB8AC3E}">
        <p14:creationId xmlns:p14="http://schemas.microsoft.com/office/powerpoint/2010/main" val="11406400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410A4D-5C38-4B74-AC86-04D64100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ecd16c9e544c4f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4600B3-852E-4C20-8AFB-E65CBA386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Зафиксируйте решения и 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295B77-E63C-471A-A83B-0EBAD180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D0053F-DC5B-45C4-9330-474C7E4E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B122AD-D3DD-44C3-A45F-70A4F9BF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2E447F-07A7-4F16-98F0-AFC372763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BD7FC8-C6DC-439E-99B5-7BB961AC9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DB9BA2-05F7-46E2-8947-EBAF40BAE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73A79B-79FB-428E-A777-831AAD019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3F07FF-2142-4AC2-992B-3EFBDC58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A522B4-B771-43AD-B12B-727949431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09E4C8-5DC7-493A-B7DB-1926B684B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982310-A363-4E4A-A026-13C95318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38B11B-57E7-4D9F-8226-BFBE47C2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576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1F0408-115D-46A6-A955-75F6E2E40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281C8F-AEA2-4FC0-9D40-43BB012DE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C49E93-9055-45BD-AE58-966305482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{{DECISION_4}}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A542C5-FFE9-4CFA-927B-4F6D5EAB3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90650"/>
            <a:ext cx="3467100" cy="470535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C218A8-0D59-4C50-ABF3-140C98744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1616"/>
                </a:solidFill>
              </a:defRPr>
            </a:pPr>
            <a:r>
              <a:rPr sz="1875" b="1">
                <a:solidFill>
                  <a:srgbClr val="161616"/>
                </a:solidFill>
              </a:rPr>
              <a:t>Хотите получить больше сведений?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B27433-C554-4D86-A1C9-20BB299C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0505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Обсудим приоритеты, варианты решений и практический план внедрения.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80900c3e0a43ea"/>
          <a:stretch xmlns:a="http://schemas.openxmlformats.org/drawingml/2006/main"/>
        </p:blipFill>
        <p:spPr>
          <a:xfrm xmlns:a="http://schemas.openxmlformats.org/drawingml/2006/main">
            <a:off x="8705850" y="299085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5677B9-E858-4C07-BCD2-E4AF7300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530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Сканируйте QR, чтобы сохранить контакты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ECBF31-A638-49D4-BF49-5CA07E24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149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info@khalilgroup.kz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363764-8D99-4B3D-9C87-2CEDA0B5D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816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+7 706 701 48 35</a:t>
            </a:r>
          </a:p>
        </p:txBody>
      </p:sp>
    </p:spTree>
    <p:extLst>
      <p:ext uri="{BB962C8B-B14F-4D97-AF65-F5344CB8AC3E}">
        <p14:creationId xmlns:p14="http://schemas.microsoft.com/office/powerpoint/2010/main" val="940134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2026-07-17T10:17:34.0790000Z</dcterms:created>
  <dcterms:modified xsi:type="dcterms:W3CDTF">2026-07-17T10:17:34.0790000Z</dcterms:modified>
</coreProperties>
</file>