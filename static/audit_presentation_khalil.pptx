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e88b22f4fb4c85" /><Relationship Type="http://schemas.openxmlformats.org/officeDocument/2006/relationships/extended-properties" Target="/docProps/app.xml" Id="R479e3cc3d87c47dc" /><Relationship Type="http://schemas.openxmlformats.org/officeDocument/2006/relationships/officeDocument" Target="/ppt/presentation.xml" Id="R27a9919def6143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dbad107f67432f"/>
  </p:sldMasterIdLst>
  <p:notesMasterIdLst>
    <p:notesMasterId xmlns:r="http://schemas.openxmlformats.org/officeDocument/2006/relationships" r:id="Rf713c8a21ed14691"/>
  </p:notesMasterIdLst>
  <p:sldIdLst>
    <p:sldId xmlns:r="http://schemas.openxmlformats.org/officeDocument/2006/relationships" id="256" r:id="R821552e203d44978"/>
    <p:sldId xmlns:r="http://schemas.openxmlformats.org/officeDocument/2006/relationships" id="257" r:id="Rd4f2d96854454e01"/>
    <p:sldId xmlns:r="http://schemas.openxmlformats.org/officeDocument/2006/relationships" id="258" r:id="Rd302317e44c04ca0"/>
    <p:sldId xmlns:r="http://schemas.openxmlformats.org/officeDocument/2006/relationships" id="259" r:id="Rccda32b1ef5e4c0b"/>
    <p:sldId xmlns:r="http://schemas.openxmlformats.org/officeDocument/2006/relationships" id="260" r:id="R33b9cd0360a2496b"/>
    <p:sldId xmlns:r="http://schemas.openxmlformats.org/officeDocument/2006/relationships" id="261" r:id="R3e142058cffc4831"/>
    <p:sldId xmlns:r="http://schemas.openxmlformats.org/officeDocument/2006/relationships" id="262" r:id="Rc66a33bf25be42e9"/>
    <p:sldId xmlns:r="http://schemas.openxmlformats.org/officeDocument/2006/relationships" id="263" r:id="Rbebc2a73e1ad45a5"/>
    <p:sldId xmlns:r="http://schemas.openxmlformats.org/officeDocument/2006/relationships" id="264" r:id="Rc4b3130e1712429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5f12d34e6c4b3b" /><Relationship Type="http://schemas.openxmlformats.org/officeDocument/2006/relationships/slideMaster" Target="/ppt/slideMasters/slideMaster1.xml" Id="Ra9dbad107f67432f" /><Relationship Type="http://schemas.openxmlformats.org/officeDocument/2006/relationships/notesMaster" Target="/ppt/notesMasters/notesMaster1.xml" Id="Rf713c8a21ed14691" /><Relationship Type="http://schemas.openxmlformats.org/officeDocument/2006/relationships/presProps" Target="/ppt/presProps.xml" Id="R300cec9ae6274e3f" /><Relationship Type="http://schemas.openxmlformats.org/officeDocument/2006/relationships/tableStyles" Target="/ppt/tableStyles.xml" Id="Rb1ea36d7e5bd496f" /><Relationship Type="http://schemas.openxmlformats.org/officeDocument/2006/relationships/slide" Target="/ppt/slides/slide1.xml" Id="R821552e203d44978" /><Relationship Type="http://schemas.openxmlformats.org/officeDocument/2006/relationships/slide" Target="/ppt/slides/slide2.xml" Id="Rd4f2d96854454e01" /><Relationship Type="http://schemas.openxmlformats.org/officeDocument/2006/relationships/slide" Target="/ppt/slides/slide3.xml" Id="Rd302317e44c04ca0" /><Relationship Type="http://schemas.openxmlformats.org/officeDocument/2006/relationships/slide" Target="/ppt/slides/slide4.xml" Id="Rccda32b1ef5e4c0b" /><Relationship Type="http://schemas.openxmlformats.org/officeDocument/2006/relationships/slide" Target="/ppt/slides/slide5.xml" Id="R33b9cd0360a2496b" /><Relationship Type="http://schemas.openxmlformats.org/officeDocument/2006/relationships/slide" Target="/ppt/slides/slide6.xml" Id="R3e142058cffc4831" /><Relationship Type="http://schemas.openxmlformats.org/officeDocument/2006/relationships/slide" Target="/ppt/slides/slide7.xml" Id="Rc66a33bf25be42e9" /><Relationship Type="http://schemas.openxmlformats.org/officeDocument/2006/relationships/slide" Target="/ppt/slides/slide8.xml" Id="Rbebc2a73e1ad45a5" /><Relationship Type="http://schemas.openxmlformats.org/officeDocument/2006/relationships/slide" Target="/ppt/slides/slide9.xml" Id="Rc4b3130e171242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709c84766d4f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24a6018758497d" /><Relationship Type="http://schemas.openxmlformats.org/officeDocument/2006/relationships/notesMaster" Target="/ppt/notesMasters/notesMaster1.xml" Id="Re0b36aca87aa474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060537253b4be2" /><Relationship Type="http://schemas.openxmlformats.org/officeDocument/2006/relationships/notesMaster" Target="/ppt/notesMasters/notesMaster1.xml" Id="Rf3493d7043d547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c5140121b64f61" /><Relationship Type="http://schemas.openxmlformats.org/officeDocument/2006/relationships/notesMaster" Target="/ppt/notesMasters/notesMaster1.xml" Id="R692a9fe2159245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e9962f98f94998" /><Relationship Type="http://schemas.openxmlformats.org/officeDocument/2006/relationships/notesMaster" Target="/ppt/notesMasters/notesMaster1.xml" Id="R70999337e67446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e4975f0c7be4c28" /><Relationship Type="http://schemas.openxmlformats.org/officeDocument/2006/relationships/notesMaster" Target="/ppt/notesMasters/notesMaster1.xml" Id="R2646020fba6148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497e8854d154b26" /><Relationship Type="http://schemas.openxmlformats.org/officeDocument/2006/relationships/notesMaster" Target="/ppt/notesMasters/notesMaster1.xml" Id="R898289d64ab440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026a3cf72b4a13" /><Relationship Type="http://schemas.openxmlformats.org/officeDocument/2006/relationships/notesMaster" Target="/ppt/notesMasters/notesMaster1.xml" Id="Rdfc703c1f81d48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43b350fd0c8432c" /><Relationship Type="http://schemas.openxmlformats.org/officeDocument/2006/relationships/notesMaster" Target="/ppt/notesMasters/notesMaster1.xml" Id="R966828c6898043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1efde29b6c8457b" /><Relationship Type="http://schemas.openxmlformats.org/officeDocument/2006/relationships/notesMaster" Target="/ppt/notesMasters/notesMaster1.xml" Id="Ra3ff61fab5a14b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24a0654ee84fb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e85227e49743eb" /><Relationship Type="http://schemas.openxmlformats.org/officeDocument/2006/relationships/slideLayout" Target="/ppt/slideLayouts/slideLayout1.xml" Id="Rf106b357948041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06b357948041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59922ec915489e" /><Relationship Type="http://schemas.openxmlformats.org/officeDocument/2006/relationships/image" Target="/ppt/media/image.png" Id="R997a5fe79e014904" /><Relationship Type="http://schemas.openxmlformats.org/officeDocument/2006/relationships/image" Target="/ppt/media/image2.png" Id="R6f75b59bedd74cbb" /><Relationship Type="http://schemas.openxmlformats.org/officeDocument/2006/relationships/notesSlide" Target="/ppt/notesSlides/notesSlide1.xml" Id="R66809ff92bbd4b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86bc85faa2472c" /><Relationship Type="http://schemas.openxmlformats.org/officeDocument/2006/relationships/image" Target="/ppt/media/image3.png" Id="R8d1fce88bb1e46e0" /><Relationship Type="http://schemas.openxmlformats.org/officeDocument/2006/relationships/notesSlide" Target="/ppt/notesSlides/notesSlide2.xml" Id="R25d601eb70e94e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5c07407f44df2" /><Relationship Type="http://schemas.openxmlformats.org/officeDocument/2006/relationships/image" Target="/ppt/media/image4.png" Id="R67bb45f219be48ba" /><Relationship Type="http://schemas.openxmlformats.org/officeDocument/2006/relationships/notesSlide" Target="/ppt/notesSlides/notesSlide3.xml" Id="Re542bd6b321245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4f740e1b7447e4" /><Relationship Type="http://schemas.openxmlformats.org/officeDocument/2006/relationships/image" Target="/ppt/media/image5.png" Id="R52400b4903dc4859" /><Relationship Type="http://schemas.openxmlformats.org/officeDocument/2006/relationships/notesSlide" Target="/ppt/notesSlides/notesSlide4.xml" Id="Rf54c2fdf485043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97f0822fb5401a" /><Relationship Type="http://schemas.openxmlformats.org/officeDocument/2006/relationships/image" Target="/ppt/media/image6.png" Id="R5ed1599d876e4c7a" /><Relationship Type="http://schemas.openxmlformats.org/officeDocument/2006/relationships/notesSlide" Target="/ppt/notesSlides/notesSlide5.xml" Id="Rcf2eb4cd585049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dd35bafaa4150" /><Relationship Type="http://schemas.openxmlformats.org/officeDocument/2006/relationships/image" Target="/ppt/media/image7.png" Id="R9c1fa10ee2414ad3" /><Relationship Type="http://schemas.openxmlformats.org/officeDocument/2006/relationships/notesSlide" Target="/ppt/notesSlides/notesSlide6.xml" Id="R3556aea3af6f4d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4dc52d74c4ca5" /><Relationship Type="http://schemas.openxmlformats.org/officeDocument/2006/relationships/image" Target="/ppt/media/image8.png" Id="R822ec3d631d6444c" /><Relationship Type="http://schemas.openxmlformats.org/officeDocument/2006/relationships/notesSlide" Target="/ppt/notesSlides/notesSlide7.xml" Id="R8cf96364624348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35fef43c04ecc" /><Relationship Type="http://schemas.openxmlformats.org/officeDocument/2006/relationships/image" Target="/ppt/media/image9.png" Id="R6ab600df85af4d31" /><Relationship Type="http://schemas.openxmlformats.org/officeDocument/2006/relationships/notesSlide" Target="/ppt/notesSlides/notesSlide8.xml" Id="R822768ece97346a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e5cb732634451" /><Relationship Type="http://schemas.openxmlformats.org/officeDocument/2006/relationships/image" Target="/ppt/media/image10.png" Id="Rf69283f6efd14088" /><Relationship Type="http://schemas.openxmlformats.org/officeDocument/2006/relationships/image" Target="/ppt/media/image11.png" Id="Ra4967b66519348df" /><Relationship Type="http://schemas.openxmlformats.org/officeDocument/2006/relationships/notesSlide" Target="/ppt/notesSlides/notesSlide9.xml" Id="Rcb1463194e8344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AACF7E-1401-41E3-8E41-548715A7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135EB6-9CF8-433E-BD7E-5A19C1DE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7a5fe79e014904"/>
          <a:stretch xmlns:a="http://schemas.openxmlformats.org/drawingml/2006/main"/>
        </p:blipFill>
        <p:spPr>
          <a:xfrm xmlns:a="http://schemas.openxmlformats.org/drawingml/2006/main">
            <a:off x="729419" y="523875"/>
            <a:ext cx="2294012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E2C672-6416-4C65-B438-DEE6074B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0E04AD-B6EE-439F-9F65-8BC5CC1F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</a:defRPr>
            </a:pPr>
            <a:r>
              <a:rPr sz="3750" b="1">
                <a:solidFill>
                  <a:srgbClr val="161616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39B438-5D9C-4B24-8DF4-9B0F4281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7085"/>
                </a:solidFill>
              </a:defRPr>
            </a:pPr>
            <a:r>
              <a:rPr sz="1650">
                <a:solidFill>
                  <a:srgbClr val="667085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FA36A-971A-4708-ABDB-85DBBA88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E216D-1F27-45D9-BCFF-A13F9C4A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A833A-AD21-46E9-A048-C3D0A848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500165-8365-4AF5-96D6-D88C8B65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F534F4-43F3-494B-B33A-B64BE256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983737-CDA2-4F89-B80D-CA3BCA44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B6FF56-2615-4FC5-BB75-B4338561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{{DATE}}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75b59bedd74cbb"/>
          <a:srcRect xmlns:a="http://schemas.openxmlformats.org/drawingml/2006/main" l="5453" t="0" r="54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A70E2B-06F7-4644-ABEF-6D66853D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1F551E-A716-47AF-B1AD-A5ED9B8A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10933582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04A6C7-4179-4280-9431-076655CE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fce88bb1e46e0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FC2DE7-4667-4F29-8367-C5612795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E27733-B137-4C68-B706-44889CD2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F75A22-2BB9-40C9-AE75-100AE47F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05BD8-86EB-40B8-A90E-DCCA3E98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A0EE4D-F329-417F-9644-1EDCD3B4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DD1A08-7DF0-454A-9E6C-01A8AB4F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412"/>
                </a:solidFill>
              </a:defRPr>
            </a:pPr>
            <a:r>
              <a:rPr sz="1875" b="1">
                <a:solidFill>
                  <a:srgbClr val="FF6412"/>
                </a:solidFill>
              </a:rPr>
              <a:t>ТОО «Khalil Trade»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5CBDD7-0733-4EB3-8A70-B1244BD0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B3EB9-92A8-4864-8A51-43A08FB6D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2C0932-5AFF-4285-BD82-E002AEAE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6412"/>
                </a:solidFill>
              </a:defRPr>
            </a:pPr>
            <a:r>
              <a:rPr sz="2325" b="1">
                <a:solidFill>
                  <a:srgbClr val="FF6412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026C9A-5F91-41C8-B2A3-89CDC93D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8CC2DD-DCF7-4FCD-842C-0E4DCF2F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308060-4CB1-4F76-9150-5C86420B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реализованных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F545A2-53A6-43A9-8F7E-7602D642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59CABC-FC5D-48F2-A488-5715C8E4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2F99D6-9B00-44D2-94D3-D4C18EDF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E657CD-14A6-4BFC-8B72-3D494C3A6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8ED413-169F-4415-9844-27F700FD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2EA8D5-89A5-40A1-AF2E-FBA79F95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C80177-DB2B-4C24-8AE7-1359974E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E618FE-8271-465F-8242-1897D9EB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F64A61-8E50-4F9B-9963-79BA7825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F30710-3CD9-4333-8CB0-03D4B7DE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E72231-14B4-4297-9EF7-4953BA29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172821-6161-48DB-8308-A563848F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C70764-D9BE-44ED-8416-13717847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B3A7B7-A53E-43DA-B451-F791B8BA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6D9684-AFA9-4B6D-A425-4176351C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52328F-DE7D-453D-AEB7-EFC42F45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193F05-96E5-4E85-8199-973D643D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9BBFDD-69A5-487E-B2E7-A1E933E6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0F8206-E428-47E4-BDD5-B0915D22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Рабочие сессии, внедрение, поддержка и передача знаний команде.</a:t>
            </a:r>
          </a:p>
        </p:txBody>
      </p:sp>
    </p:spTree>
    <p:extLst>
      <p:ext uri="{BB962C8B-B14F-4D97-AF65-F5344CB8AC3E}">
        <p14:creationId xmlns:p14="http://schemas.microsoft.com/office/powerpoint/2010/main" val="703311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5126AF-A906-40B9-A291-F294B5AF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b45f219be48ba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E61C3C-0326-489A-801E-A47E74D6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62C49-590B-4624-8C3C-1C2ABD72D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CED586-F357-42E9-B83D-63CAFCB5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53B24-B193-4888-AFE6-4B8D52E3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7DE0FC-D9F5-4C1B-8B1B-06EC5E40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004285-34C2-4A10-96F2-582092A8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412"/>
                </a:solidFill>
              </a:defRPr>
            </a:pPr>
            <a:r>
              <a:rPr sz="2100" b="1">
                <a:solidFill>
                  <a:srgbClr val="FF6412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B7C89D-0D78-4226-B7D8-D3922DB8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B8B828-C24F-4476-8D4D-E8F0F940B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25E670-41B3-4723-AE9C-FE418A5D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CDCEEC-4139-4E3D-80AB-CEAA0040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025FC7-E59B-4771-A8FD-E763ACBA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FBE2AC-EC66-4F05-9310-6ECEC77D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F4E7C3-CEBB-4CCD-80A8-6315750C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8BF528-3CC6-417D-9FCF-C6AAD8A1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B0F74B-4A9B-4C13-BD5D-79D1C368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281F52-EEE7-4BE8-8651-21F13575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9761D6-5025-441F-B1C3-375708F0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17824244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7E8EDF-213A-467A-BB19-6B966292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400b4903dc4859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0385F1-D029-43E2-9637-DF70FB37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Масштаб инфраструктуры задает три приоритета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DA0B0B-A618-486D-B43E-D62AB903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435D6C-82CD-42CA-BB39-9156826B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DF4794-22E2-455B-BACD-FDF7E89B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225E2-84BC-4656-B727-1147C720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DCACF2-A3C4-41A7-9911-B252D446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9525">
            <a:solidFill>
              <a:srgbClr val="FF64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34FDE4-E6D5-4E53-A842-203409DD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EEB075-AF98-446F-B384-B7BD8BA3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E57F99-F581-478B-8E89-1E6B3CBF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30BF83-F82F-4831-BE0D-065C5583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88936D-E912-495C-9B19-BD0138CE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8520A8-2B30-4747-AD79-7BF3379B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BE6427-8F23-431B-8466-ADC7D5E8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BCC0DF-9973-415C-9C12-7BBDA796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138F96-7B0B-47C5-A5C1-A33970E8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B367DE-6EEB-481E-ACDE-1655BED4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81769E-5753-480B-BF1E-AA310BA6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38A1EC-78D7-4C91-8A62-F96FE1F5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876719-F2C1-4D23-A4BE-741469C7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8F299F-ADA3-448A-8415-80521514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412"/>
                </a:solidFill>
              </a:defRPr>
            </a:pPr>
            <a:r>
              <a:rPr sz="1350" b="1">
                <a:solidFill>
                  <a:srgbClr val="FF6412"/>
                </a:solidFill>
              </a:rPr>
              <a:t>Управленческий фокус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FAD902-41C4-4554-912B-A827EC2E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036ADE-481B-49E6-B8F4-A9863EE4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{{FOCUS_1_TITLE}}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CE9DF8-CF03-4439-9194-4ED516C5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{{FOCUS_1_TEXT}}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989299-360E-4B11-94A0-DC4B0110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0B1C91-4B80-4FD6-A288-EDE2CB1F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{{FOCUS_2_TITLE}}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75B8EB-684A-4F65-929D-FA94973D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{{FOCUS_2_TEXT}}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B102BD-FD01-4A25-80A8-D522DC45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D1E54E-4097-41B1-A44E-FEB535A8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{{FOCUS_3_TITLE}}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1A2880-1B20-41E1-B123-3AAD6E73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{{FOCUS_3_TEXT}}</a:t>
            </a:r>
          </a:p>
        </p:txBody>
      </p:sp>
    </p:spTree>
    <p:extLst>
      <p:ext uri="{BB962C8B-B14F-4D97-AF65-F5344CB8AC3E}">
        <p14:creationId xmlns:p14="http://schemas.microsoft.com/office/powerpoint/2010/main" val="8701715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F16A02-ED68-4022-9801-48BD1631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d1599d876e4c7a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1F5E10-5E00-44FF-913C-B83CAB8D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E2008-D150-4612-8281-10CA5C8D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0D6372-D639-4602-9A4F-438D20C5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DF7812-AA26-4682-9424-224B5EC6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3D9436-93D2-4BA6-8A6D-8D704BFC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E2B761-DA3F-40C6-A303-BB3624C0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6885F5-9F5F-43E0-B5FF-6EEDD23B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430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A87ADD-ED2A-4196-9A20-B5E1A589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3906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6A166-AC9A-4123-9ED0-1CBBDA0B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954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0BCC1F-57DA-4F7C-81A8-E1FCC02D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145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49ECFD-7221-4811-B90B-15B8752A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764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{{RISK_1_RECOMMENDATION}}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6180E-47AA-4445-B137-8240123A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955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D30CB7-8F91-4571-A90D-B9920841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C84B50-8D5C-4702-A39C-FA027F43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AC57D0-9416-4E84-B7BE-C7A58E72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A3A9FA-2E05-4B0B-8BB3-57540E54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9146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{{RISK_2_IMPACT}}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A89D86-9B73-45B2-A067-A274338F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3337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A159CA-8228-4E0D-808A-98E9614D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956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{{RISK_2_RECOMMENDATION}}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A28533-949B-420A-A076-BF887651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7147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7DD04-0A27-4C5D-89F2-E9FBEB75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296D8E-EB5C-4F6B-84EB-54F025E1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EB7473-2573-4067-833D-9BDEF8A8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290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{{RISK_3_TITLE}}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61EF9B-9141-4A2B-B78A-B30DD769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1338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{{RISK_3_IMPACT}}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4B878E-9657-4B16-A1F0-03C29959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529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66414C-08E8-40D2-989E-EC781B8E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{{RISK_3_RECOMMENDATION}}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CA5362-C1A8-4126-8C5D-59E2E4E9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933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4B2D46-2873-42FF-915A-C6ED5233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381922-834D-4CB6-8130-606AC261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006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4AB62B-CC61-4645-B0DD-10E6BD69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482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{{RISK_4_TITLE}}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8D5C0A-C638-4144-884D-19D697C2D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3530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{{RISK_4_IMPACT}}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A1D1E8-B9D4-4772-89DC-2AB565B0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721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B24043-4F3F-40F1-8B3D-3143A7EF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7340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{{RISK_4_RECOMMENDATION}}</a:t>
            </a:r>
          </a:p>
        </p:txBody>
      </p:sp>
    </p:spTree>
    <p:extLst>
      <p:ext uri="{BB962C8B-B14F-4D97-AF65-F5344CB8AC3E}">
        <p14:creationId xmlns:p14="http://schemas.microsoft.com/office/powerpoint/2010/main" val="16727466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00BEC3-728F-40D5-ACAF-A78155A3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fa10ee2414ad3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1F6BD-2773-477A-8731-7DD3826C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6219CC-7149-435A-BA55-8252CECE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AC82F5-D4C3-4218-A69C-82C188B4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489E9-F7CD-4057-AB80-179F7A79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050108-2996-43D1-B20A-ABEE95C7F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90DD6C-CD11-4A1A-873F-FE7CE9FA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C3C41-A843-4844-BEC9-084EFA3C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54A503-D175-47E8-B56E-90DA0CFE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417910-2E04-4891-A108-EB9C093D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{{REC_1_ACTION}}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EF4D7-F57E-4F1F-9E46-0C07C621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617682-7FA0-445E-9F88-5119F38F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9E7E38-FD88-44D0-BC59-3604940F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{{REC_1_SOLUTION}}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F179AC-57E0-4261-93D6-5A74F3DC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BAAB61-4E15-409B-884E-61B49124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{{REC_1_VENDORS}}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A0B440-6B81-4EEC-BB22-15D3B4B8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1B57FA-D8B6-472B-BDDA-09E9CA4D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362878-042D-44BF-A97A-BEC95D09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{{REC_2_TITLE}}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E3751D-B2D4-4D29-8829-1A2610D2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{{REC_2_ACTION}}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5E94C4-A02D-4D8A-8754-D1C7E94F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E95226-E11E-4A58-8994-B0674C21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A14624-F1DA-457C-B1B3-46F60EE8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{{REC_2_SOLUTION}}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EAE813-0E39-40B2-9C10-EBFCE071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3F6458-97EB-423F-80E1-3576737B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{{REC_2_VENDORS}}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B718C6-4111-48BD-BB8A-FDF4D1E8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F72710-3DC3-4C28-A597-D8366602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1BA444-5435-4AAD-AE82-46E67ED0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{{REC_3_TITLE}}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1A97CE-1524-4391-BB75-66C1832E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{{REC_3_ACTION}}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24411A-B2FD-4990-BD2A-F2A0B2D0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716E2D-0BC7-4AE0-89F5-105FA483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988A0A-AE2F-41C9-B787-A1400F3B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{{REC_3_SOLUTION}}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22308E-B0CB-4C93-8A74-DCBD1BE3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F0746A-7208-4DDB-9C54-9A223F6C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{{REC_3_VENDORS}}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C415E4-3953-4B76-86C5-D70D54B1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5E37DD-0F37-4B30-BCF9-4D34E050E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562E18-48B7-4672-944A-DD636311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{{REC_4_TITLE}}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C9FDA7-DB99-441F-B96F-2A40ACD0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{{REC_4_ACTION}}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8896D9-0C1E-45CC-8C5B-DEF4C464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CE497D-8378-42E8-939D-99EDD9E2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28C311-7604-4778-A609-AF592121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{{REC_4_SOLUTION}}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7BA175-D6C0-4577-9B4E-76A45D1D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E64F3E0-1F56-4A85-8975-138831D2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{{REC_4_VENDORS}}</a:t>
            </a:r>
          </a:p>
        </p:txBody>
      </p:sp>
    </p:spTree>
    <p:extLst>
      <p:ext uri="{BB962C8B-B14F-4D97-AF65-F5344CB8AC3E}">
        <p14:creationId xmlns:p14="http://schemas.microsoft.com/office/powerpoint/2010/main" val="4536976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43DC19-F0E3-42C2-A6E4-963AFD9A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2ec3d631d6444c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29100F-BA26-4EE3-AFE9-3E88665C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следующий этап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DA2BAA-DF61-4F63-90ED-7F8F39EA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6886D-6AA6-481E-A810-DF53368D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4281C2-BB10-485F-B79D-7EB3DD6A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A643E3-C6AE-4F35-AA9E-696BD35B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9ED16A-5441-495D-8D86-E22410B0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35D46C-5E35-43A1-B0CB-2DD857AE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F85D88-DAD0-47A7-B73D-9FE4BC67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{{REC_5_TITLE}}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809F38-BF6C-4E47-92E1-1224EA54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{{REC_5_ACTION}}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228EDB-BBA2-4BBB-9E43-601DB0DC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F87CEB-D84F-41C2-918E-FA1AFE9A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2685E8-CA3F-42C7-90F3-EFA5B3F9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{{REC_5_SOLUTION}}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B3C6FA-8EC3-4090-8459-208F54EB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1B741B-6FC4-40B4-9A44-B4143398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{{REC_5_VENDORS}}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B370E2-2136-4051-9A6E-8AB6444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4DDB43-3D6C-4C41-A61F-6634FB15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3E0C0D-EB0B-4C5A-A69A-8FA45C18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{{REC_6_TITLE}}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FA3B74-201C-4330-A97E-C8EC420E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{{REC_6_ACTION}}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F4E930-E782-4FD6-82B9-7F5D5902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2570D1-4964-4FA3-8BA9-1C8BC97E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D5561E-7E4D-49B9-938F-7C732910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{{REC_6_SOLUTION}}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275355-29FD-468E-800B-AD478AED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114F20-9C5E-42E7-A2B7-06F81124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{{REC_6_VENDORS}}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3F3F3C-DC78-46BC-B07C-2A6BB69F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639A33-8B95-40C8-A8B3-68337B54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623A53-C51E-4665-859B-5E9F54BB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{{REC_7_TITLE}}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2E49E0-A9FF-4784-9C47-7D797209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{{REC_7_ACTION}}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6352E9-D768-469F-9BA1-972E3E92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FEB53C-DFB7-467A-BE14-90D8B496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91C443-D363-422B-B23A-92D96A77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{{REC_7_SOLUTION}}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5F48F4-4DFB-4A55-8DBF-EE2CBBA7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9410F2-70B0-4D80-90D1-645ED225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{{REC_7_VENDORS}}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7CED75-B1B0-4CB6-9494-F3871DF6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BCFF248-B7F3-491A-9224-EDB2F63D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BD361C1-2788-4186-8429-67172CBA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{{REC_8_TITLE}}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C3B6B9-7647-4D32-B791-71FE9CA3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{{REC_8_ACTION}}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8C184C6-3F18-4A61-9E40-0C7CAF84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F18B5D-0869-4DED-906C-32B6C2E3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201C5C-2E89-49EE-AC4F-2565FD1A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{{REC_8_SOLUTION}}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3A1D695-A977-4220-834E-E89569B0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72983B-AFEA-4FFD-8733-1ECB4664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{{REC_8_VENDORS}}</a:t>
            </a:r>
          </a:p>
        </p:txBody>
      </p:sp>
    </p:spTree>
    <p:extLst>
      <p:ext uri="{BB962C8B-B14F-4D97-AF65-F5344CB8AC3E}">
        <p14:creationId xmlns:p14="http://schemas.microsoft.com/office/powerpoint/2010/main" val="14972926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136659-E003-41E1-B2EA-63A2B66E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600df85af4d31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6D6F15-0584-4DC4-9B24-1E95B765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500285-DBAD-4D0D-B733-46E129EB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30A174-5003-4ACF-BEB1-DFBF16C7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25EC55-5B50-4C78-96D2-F4A2AD5B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19B657-2DD5-41F5-918D-10E51F0E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870836-C29D-4F9F-9515-1617FCFA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B2363E-7B78-4D51-AEDE-4A0FE891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BC1215-DC88-4EB4-9304-19A85E95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C64606-C59C-4A3A-BFA9-7F2FCB56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AA9448-ECAC-4255-AB32-648C00FE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19887B-177C-4CBA-B1FC-7C805253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43285E-BF2A-48CF-919F-D115492C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BA88B5-B2EF-4F01-AEE5-72770F48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3128A1-5F0E-48C4-B24E-09F8C217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E5BCD7-92E4-4A3E-8703-700D2E48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E00323-2BE9-4FE8-90B7-58E04497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4F1180-C2D3-4925-AE85-7624C27B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09E5C5-3952-40D4-8329-7591AC0C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064D03-F31C-488F-9282-A2A2B180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35E165-5DFD-4B1A-88B9-64C37343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3DBE2B-B1B5-49A6-94EC-9E9395B9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4BA134-20D6-43AD-8268-84F668F1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26A582-52B9-44D5-B1F1-7CEF01F4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C49025-DBFB-4FFB-A9BA-BB36B711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C56B87-91D7-445D-956A-18E2496C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106A5F-E6D6-4E95-A938-1819FBB5C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C0170F-18A2-48A1-9E7C-C927CF80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C7E9C6-C08F-448F-AE53-75F617C5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1B839D-BD2D-4E39-BEFA-62DB0113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7479858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80A9AC-19EF-4BE0-8CF4-7E3DE113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9283f6efd14088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1222A-893D-449F-841A-6F75475D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FCF932-70C8-4C82-B580-B38F1576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CFDBF-7B08-41FC-B3AB-3883A850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E10D28-7F03-4D72-A53C-61EDE3C6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D023D0-C3AC-4859-8951-D0AB2A1D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0F5DA-4817-4D1C-96A8-B2B02E6E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5E1A04-C61F-4568-99BE-55A33973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944C47-D639-4FF7-B46C-B0BD77DE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7BC5BC-2D9B-4193-9957-8D1AC8E5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842DCB-7D70-48F6-BE75-455B3ECE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229A8-BADA-462A-84A0-28060942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0DC662-1ABE-405F-9821-71E443A9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80A684-1DE9-4BE3-8D15-6760512E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8B3EA5-7CE1-498D-91AD-27AD2801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604DA1-A314-4E9E-B682-62D0437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D5AEED-92A0-4B70-B72A-E1A88EF6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CC9922-4293-4995-99F5-6B34BC84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4CD6B9-EFF0-46AB-9596-F6049B8A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1616"/>
                </a:solidFill>
              </a:defRPr>
            </a:pPr>
            <a:r>
              <a:rPr sz="1875" b="1">
                <a:solidFill>
                  <a:srgbClr val="161616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7C1612-C052-4D85-8C8E-50BD5693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67b66519348df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04C0CC-81E0-4165-998F-428146A3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D4FC8C-00FF-4760-AB20-F40522C2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info@khalilgroup.kz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4FEECF-CDBB-4648-99FB-C0A8084B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+7 706 701 48 35</a:t>
            </a:r>
          </a:p>
        </p:txBody>
      </p:sp>
    </p:spTree>
    <p:extLst>
      <p:ext uri="{BB962C8B-B14F-4D97-AF65-F5344CB8AC3E}">
        <p14:creationId xmlns:p14="http://schemas.microsoft.com/office/powerpoint/2010/main" val="209443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2026-07-17T07:59:41.7470000Z</dcterms:created>
  <dcterms:modified xsi:type="dcterms:W3CDTF">2026-07-17T07:59:41.7470000Z</dcterms:modified>
</coreProperties>
</file>