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25a270c23c4b38" /><Relationship Type="http://schemas.openxmlformats.org/officeDocument/2006/relationships/extended-properties" Target="/docProps/app.xml" Id="R09bbbed59dcf447a" /><Relationship Type="http://schemas.openxmlformats.org/officeDocument/2006/relationships/officeDocument" Target="/ppt/presentation.xml" Id="R9d3bf8ec6f0c4b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e34bb29bd44f20"/>
  </p:sldMasterIdLst>
  <p:notesMasterIdLst>
    <p:notesMasterId xmlns:r="http://schemas.openxmlformats.org/officeDocument/2006/relationships" r:id="Ra1da41d7263e4b83"/>
  </p:notesMasterIdLst>
  <p:sldIdLst>
    <p:sldId xmlns:r="http://schemas.openxmlformats.org/officeDocument/2006/relationships" id="256" r:id="Ra2d3715dc9674d71"/>
    <p:sldId xmlns:r="http://schemas.openxmlformats.org/officeDocument/2006/relationships" id="257" r:id="Reae76613b3204a84"/>
    <p:sldId xmlns:r="http://schemas.openxmlformats.org/officeDocument/2006/relationships" id="258" r:id="R37b7b9f4d14f4ddb"/>
    <p:sldId xmlns:r="http://schemas.openxmlformats.org/officeDocument/2006/relationships" id="259" r:id="R0ceadf6b782d4655"/>
    <p:sldId xmlns:r="http://schemas.openxmlformats.org/officeDocument/2006/relationships" id="260" r:id="R590b038be92c4904"/>
    <p:sldId xmlns:r="http://schemas.openxmlformats.org/officeDocument/2006/relationships" id="261" r:id="Rdc4232cf78de490d"/>
    <p:sldId xmlns:r="http://schemas.openxmlformats.org/officeDocument/2006/relationships" id="262" r:id="R73bfce7485f2445a"/>
    <p:sldId xmlns:r="http://schemas.openxmlformats.org/officeDocument/2006/relationships" id="263" r:id="R73a1d72feeb34cc8"/>
    <p:sldId xmlns:r="http://schemas.openxmlformats.org/officeDocument/2006/relationships" id="264" r:id="R0e58f63cb2a445ba"/>
    <p:sldId xmlns:r="http://schemas.openxmlformats.org/officeDocument/2006/relationships" id="265" r:id="Rb2359342087f49a4"/>
    <p:sldId xmlns:r="http://schemas.openxmlformats.org/officeDocument/2006/relationships" id="266" r:id="Rb398f92f25cd48c0"/>
    <p:sldId xmlns:r="http://schemas.openxmlformats.org/officeDocument/2006/relationships" id="267" r:id="Rd7f88f352e054615"/>
    <p:sldId xmlns:r="http://schemas.openxmlformats.org/officeDocument/2006/relationships" id="268" r:id="R52cdbfd2cdc8400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09f8ff5b9c4978" /><Relationship Type="http://schemas.openxmlformats.org/officeDocument/2006/relationships/slideMaster" Target="/ppt/slideMasters/slideMaster1.xml" Id="R86e34bb29bd44f20" /><Relationship Type="http://schemas.openxmlformats.org/officeDocument/2006/relationships/notesMaster" Target="/ppt/notesMasters/notesMaster1.xml" Id="Ra1da41d7263e4b83" /><Relationship Type="http://schemas.openxmlformats.org/officeDocument/2006/relationships/presProps" Target="/ppt/presProps.xml" Id="R590d45b59973454e" /><Relationship Type="http://schemas.openxmlformats.org/officeDocument/2006/relationships/tableStyles" Target="/ppt/tableStyles.xml" Id="R65d87604379942ec" /><Relationship Type="http://schemas.openxmlformats.org/officeDocument/2006/relationships/slide" Target="/ppt/slides/slide1.xml" Id="Ra2d3715dc9674d71" /><Relationship Type="http://schemas.openxmlformats.org/officeDocument/2006/relationships/slide" Target="/ppt/slides/slide2.xml" Id="Reae76613b3204a84" /><Relationship Type="http://schemas.openxmlformats.org/officeDocument/2006/relationships/slide" Target="/ppt/slides/slide3.xml" Id="R37b7b9f4d14f4ddb" /><Relationship Type="http://schemas.openxmlformats.org/officeDocument/2006/relationships/slide" Target="/ppt/slides/slide4.xml" Id="R0ceadf6b782d4655" /><Relationship Type="http://schemas.openxmlformats.org/officeDocument/2006/relationships/slide" Target="/ppt/slides/slide5.xml" Id="R590b038be92c4904" /><Relationship Type="http://schemas.openxmlformats.org/officeDocument/2006/relationships/slide" Target="/ppt/slides/slide6.xml" Id="Rdc4232cf78de490d" /><Relationship Type="http://schemas.openxmlformats.org/officeDocument/2006/relationships/slide" Target="/ppt/slides/slide7.xml" Id="R73bfce7485f2445a" /><Relationship Type="http://schemas.openxmlformats.org/officeDocument/2006/relationships/slide" Target="/ppt/slides/slide8.xml" Id="R73a1d72feeb34cc8" /><Relationship Type="http://schemas.openxmlformats.org/officeDocument/2006/relationships/slide" Target="/ppt/slides/slide9.xml" Id="R0e58f63cb2a445ba" /><Relationship Type="http://schemas.openxmlformats.org/officeDocument/2006/relationships/slide" Target="/ppt/slides/slide10.xml" Id="Rb2359342087f49a4" /><Relationship Type="http://schemas.openxmlformats.org/officeDocument/2006/relationships/slide" Target="/ppt/slides/slide11.xml" Id="Rb398f92f25cd48c0" /><Relationship Type="http://schemas.openxmlformats.org/officeDocument/2006/relationships/slide" Target="/ppt/slides/slide12.xml" Id="Rd7f88f352e054615" /><Relationship Type="http://schemas.openxmlformats.org/officeDocument/2006/relationships/slide" Target="/ppt/slides/slide13.xml" Id="R52cdbfd2cdc840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cd12e19d4247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807c569dd64a0f" /><Relationship Type="http://schemas.openxmlformats.org/officeDocument/2006/relationships/notesMaster" Target="/ppt/notesMasters/notesMaster1.xml" Id="R2b5dc07df8dd42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00f7b8623f45b6" /><Relationship Type="http://schemas.openxmlformats.org/officeDocument/2006/relationships/notesMaster" Target="/ppt/notesMasters/notesMaster1.xml" Id="R50dd2f70a91e47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ce1e2bd73f45fc" /><Relationship Type="http://schemas.openxmlformats.org/officeDocument/2006/relationships/notesMaster" Target="/ppt/notesMasters/notesMaster1.xml" Id="Rabe0c0ee55f845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0fb29e22ed41a8" /><Relationship Type="http://schemas.openxmlformats.org/officeDocument/2006/relationships/notesMaster" Target="/ppt/notesMasters/notesMaster1.xml" Id="Ra16c6858d5f246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6f5ab849804d99" /><Relationship Type="http://schemas.openxmlformats.org/officeDocument/2006/relationships/notesMaster" Target="/ppt/notesMasters/notesMaster1.xml" Id="Rce6ad712cd6047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845f9c5c14e446a" /><Relationship Type="http://schemas.openxmlformats.org/officeDocument/2006/relationships/notesMaster" Target="/ppt/notesMasters/notesMaster1.xml" Id="R4155d3f304bd44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a1dfc7799644c8" /><Relationship Type="http://schemas.openxmlformats.org/officeDocument/2006/relationships/notesMaster" Target="/ppt/notesMasters/notesMaster1.xml" Id="R96f9ca4689144d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9d3da1f6544aa8" /><Relationship Type="http://schemas.openxmlformats.org/officeDocument/2006/relationships/notesMaster" Target="/ppt/notesMasters/notesMaster1.xml" Id="Rb5b57244b0d64d0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34f3e8b40e474e" /><Relationship Type="http://schemas.openxmlformats.org/officeDocument/2006/relationships/notesMaster" Target="/ppt/notesMasters/notesMaster1.xml" Id="R6dc2a282e4974e8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394945ac40b4267" /><Relationship Type="http://schemas.openxmlformats.org/officeDocument/2006/relationships/notesMaster" Target="/ppt/notesMasters/notesMaster1.xml" Id="R0324c445cfe341a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95f28f8d30a455a" /><Relationship Type="http://schemas.openxmlformats.org/officeDocument/2006/relationships/notesMaster" Target="/ppt/notesMasters/notesMaster1.xml" Id="Rd3195ef97ae4467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e3543b50f1e4b77" /><Relationship Type="http://schemas.openxmlformats.org/officeDocument/2006/relationships/notesMaster" Target="/ppt/notesMasters/notesMaster1.xml" Id="R421ba8f4263b424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52017a579394964" /><Relationship Type="http://schemas.openxmlformats.org/officeDocument/2006/relationships/notesMaster" Target="/ppt/notesMasters/notesMaster1.xml" Id="Raab6616107ff482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4ac989c92146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35cf4418e14158" /><Relationship Type="http://schemas.openxmlformats.org/officeDocument/2006/relationships/slideLayout" Target="/ppt/slideLayouts/slideLayout1.xml" Id="Rb7129cae71394c8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129cae71394c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d76d60f82142e1" /><Relationship Type="http://schemas.openxmlformats.org/officeDocument/2006/relationships/image" Target="/ppt/media/image.png" Id="Ree47f082536a43b3" /><Relationship Type="http://schemas.openxmlformats.org/officeDocument/2006/relationships/notesSlide" Target="/ppt/notesSlides/notesSlide1.xml" Id="R33ec55efbc1540a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4e28c758a3413e" /><Relationship Type="http://schemas.openxmlformats.org/officeDocument/2006/relationships/image" Target="/ppt/media/image2.png" Id="R9203f31d9bbe4c3e" /><Relationship Type="http://schemas.openxmlformats.org/officeDocument/2006/relationships/image" Target="/ppt/media/image3.png" Id="R36dfc105882f4f14" /><Relationship Type="http://schemas.openxmlformats.org/officeDocument/2006/relationships/notesSlide" Target="/ppt/notesSlides/notesSlide2.xml" Id="Rbb0c949c6cb84d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0e08fa33964e43" /><Relationship Type="http://schemas.openxmlformats.org/officeDocument/2006/relationships/image" Target="/ppt/media/image4.png" Id="Rbed37b9f25f849e8" /><Relationship Type="http://schemas.openxmlformats.org/officeDocument/2006/relationships/notesSlide" Target="/ppt/notesSlides/notesSlide3.xml" Id="R9c93fd627867414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fc9ed98d444054" /><Relationship Type="http://schemas.openxmlformats.org/officeDocument/2006/relationships/image" Target="/ppt/media/image5.png" Id="Rd1b53945a51949d0" /><Relationship Type="http://schemas.openxmlformats.org/officeDocument/2006/relationships/notesSlide" Target="/ppt/notesSlides/notesSlide4.xml" Id="Rb914a0270e2b43b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117db11a1249bd" /><Relationship Type="http://schemas.openxmlformats.org/officeDocument/2006/relationships/image" Target="/ppt/media/image6.png" Id="R26e524f391ac4ae2" /><Relationship Type="http://schemas.openxmlformats.org/officeDocument/2006/relationships/notesSlide" Target="/ppt/notesSlides/notesSlide5.xml" Id="Rb90c5b598ce24b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ad8f2890b24722" /><Relationship Type="http://schemas.openxmlformats.org/officeDocument/2006/relationships/image" Target="/ppt/media/image7.png" Id="Rf90b527800c04d00" /><Relationship Type="http://schemas.openxmlformats.org/officeDocument/2006/relationships/notesSlide" Target="/ppt/notesSlides/notesSlide6.xml" Id="R5b8e9e911864421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33f2708cff4746" /><Relationship Type="http://schemas.openxmlformats.org/officeDocument/2006/relationships/image" Target="/ppt/media/image8.png" Id="R30d10d7089ca439c" /><Relationship Type="http://schemas.openxmlformats.org/officeDocument/2006/relationships/notesSlide" Target="/ppt/notesSlides/notesSlide7.xml" Id="R73a3f3ec78124de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0545a08c64adb" /><Relationship Type="http://schemas.openxmlformats.org/officeDocument/2006/relationships/image" Target="/ppt/media/image9.png" Id="R4f63427e6a504198" /><Relationship Type="http://schemas.openxmlformats.org/officeDocument/2006/relationships/notesSlide" Target="/ppt/notesSlides/notesSlide8.xml" Id="R27658655e6b444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32d4ce0e4c41e4" /><Relationship Type="http://schemas.openxmlformats.org/officeDocument/2006/relationships/image" Target="/ppt/media/image10.png" Id="Rfe5bf7163675473f" /><Relationship Type="http://schemas.openxmlformats.org/officeDocument/2006/relationships/notesSlide" Target="/ppt/notesSlides/notesSlide9.xml" Id="Re33c02f5ebd8428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643f1b26da406f" /><Relationship Type="http://schemas.openxmlformats.org/officeDocument/2006/relationships/image" Target="/ppt/media/image11.png" Id="R4f0d5e9a3aba4555" /><Relationship Type="http://schemas.openxmlformats.org/officeDocument/2006/relationships/notesSlide" Target="/ppt/notesSlides/notesSlide10.xml" Id="Re219b467f0a745d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73503f9d1f4e2a" /><Relationship Type="http://schemas.openxmlformats.org/officeDocument/2006/relationships/image" Target="/ppt/media/image12.png" Id="Rf58eb77dca8d4914" /><Relationship Type="http://schemas.openxmlformats.org/officeDocument/2006/relationships/notesSlide" Target="/ppt/notesSlides/notesSlide11.xml" Id="R349108cff1ba4f5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d7fe59022a4f79" /><Relationship Type="http://schemas.openxmlformats.org/officeDocument/2006/relationships/image" Target="/ppt/media/image13.png" Id="Rffaf9afdffac43cc" /><Relationship Type="http://schemas.openxmlformats.org/officeDocument/2006/relationships/notesSlide" Target="/ppt/notesSlides/notesSlide12.xml" Id="Ra09e0ab1c34a41e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064a5068c347ce" /><Relationship Type="http://schemas.openxmlformats.org/officeDocument/2006/relationships/image" Target="/ppt/media/image14.png" Id="Rcc7e94cea7c64e15" /><Relationship Type="http://schemas.openxmlformats.org/officeDocument/2006/relationships/image" Target="/ppt/media/image15.png" Id="R8f77121f46504aea" /><Relationship Type="http://schemas.openxmlformats.org/officeDocument/2006/relationships/notesSlide" Target="/ppt/notesSlides/notesSlide13.xml" Id="R42539e9d6ce3402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256469-61D7-4DBB-A4EE-3B99A516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AF9A55-A3AA-48DD-A556-970E879D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67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47f082536a43b3"/>
          <a:stretch xmlns:a="http://schemas.openxmlformats.org/drawingml/2006/main"/>
        </p:blipFill>
        <p:spPr>
          <a:xfrm xmlns:a="http://schemas.openxmlformats.org/drawingml/2006/main">
            <a:off x="729419" y="523875"/>
            <a:ext cx="2294012" cy="85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B31E2A-C18D-419E-87D0-0DC3014F0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ЭКСПЕРТНЫЙ АУДИТ ИТ И ИБ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C7DD48-039D-4BA5-9281-C21E49F62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600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</a:defRPr>
            </a:pPr>
            <a:r>
              <a:rPr sz="3750" b="1">
                <a:solidFill>
                  <a:srgbClr val="161616"/>
                </a:solidFill>
              </a:rPr>
              <a:t>{{COMPANY}}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824F19-ED83-4E7C-A8A4-4EE461B5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7085"/>
                </a:solidFill>
              </a:defRPr>
            </a:pPr>
            <a:r>
              <a:rPr sz="1650">
                <a:solidFill>
                  <a:srgbClr val="667085"/>
                </a:solidFill>
              </a:rPr>
              <a:t>{{INDUSTRY}}  •  {{CITY}}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2B4A80-0EBB-4198-93C6-5F3C81F3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0BA2EC-59B6-4DCF-B028-D70A9872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3C9548-76BB-4709-B20E-090AE515E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3C8B34-66CD-4153-8319-BFA0CACB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1AE083-E7F8-4DE0-990C-4D299E70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45FF1A-E8C3-4283-8B73-0C1A4605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635ED3-3CB9-4443-A2BF-89806DD0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625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{{DATE}}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633E3D-4E8B-49E2-A710-47B1677E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4895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55F61F-4928-46F6-B5B1-5A3C00C88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200150"/>
            <a:ext cx="1238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FFFFF"/>
                </a:solidFill>
              </a:defRPr>
            </a:pPr>
            <a:r>
              <a:rPr sz="4500" b="1">
                <a:solidFill>
                  <a:srgbClr val="FFFFFF"/>
                </a:solidFill>
              </a:rPr>
              <a:t>ИТ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0C9AFF-2A66-45C8-88CE-8AEEDAB4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200150"/>
            <a:ext cx="1238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F6412"/>
                </a:solidFill>
              </a:defRPr>
            </a:pPr>
            <a:r>
              <a:rPr sz="4500" b="1">
                <a:solidFill>
                  <a:srgbClr val="FF6412"/>
                </a:solidFill>
              </a:rPr>
              <a:t>ИБ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98CAA9-31E6-4D7E-9CB9-0278E0021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05050"/>
            <a:ext cx="3219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192EE7-3405-4809-B1D3-4A921458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Факты анкеты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538DC7-7392-4A07-8550-1D5DC41E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718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Риски и последствия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90E0B8-9A47-41DD-8316-FD6714FF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1955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Требования Республики Казахстан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BB5FF3-3F00-48AD-AD7F-1E7B7C38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953000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План практических изменений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AAE9F7-B64D-4A5B-8FF8-2BD99F4F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F61DF8-FBAB-46FA-9A17-5A8B0B8B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19800089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AC825B-A52B-485E-B11D-3EED656B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03f31d9bbe4c3e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BED851-5300-4ED9-8365-FB547F19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Кто стоит за аудитом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8A265E-E70F-4D97-B99D-B44A5571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1EE870-4D7C-4C3D-89DE-A0A75CFA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388730-C43D-48E7-A04D-26590081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1D1E28-7B8E-49C9-B043-A3D36509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C260D8-9482-4225-8B20-4E8CE388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6412"/>
                </a:solidFill>
              </a:defRPr>
            </a:pPr>
            <a:r>
              <a:rPr sz="1875" b="1">
                <a:solidFill>
                  <a:srgbClr val="FF6412"/>
                </a:solidFill>
              </a:rPr>
              <a:t>ТОО «Khalil Trade»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E076C3-6946-4FFC-8860-46209771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F97917-38D2-4A1D-A774-9DA962355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От аудита и проектирования -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7C8CE9-E8BC-4D78-B409-1312B38A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7D341E-AD17-46DC-8305-226A2065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5BD9C1-5CE1-4172-9250-3806D03D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61616"/>
                </a:solidFill>
              </a:defRPr>
            </a:pPr>
            <a:r>
              <a:rPr sz="2700" b="1">
                <a:solidFill>
                  <a:srgbClr val="161616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FC380E-C2CA-4564-8B37-4E3FC524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574332-9EF0-4A93-AFCE-3E64DE08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506DE9-D872-4824-BA79-738151F7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97B064-9B78-4574-BBD7-7357961A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495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213762-B507-49D4-8E9A-119F5C2C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Одна команда отвечает за архитектуру, безопасность и практическую реализацию.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A048CE-192E-4B4C-820D-AD226FD2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D3F4CD-8DBF-4B4C-8295-5C70B9EF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4A8609-6297-4EBA-9312-351C9E56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7165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Аудит, проектирование защиты, внедрение, поддержка и обучение.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16AB44-9E75-41AA-B317-6BA1A305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982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CEF1E8-14FB-4141-A587-F5AAD756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03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EC817B-F0AF-4151-944B-14AA2401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6222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Системная интеграция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066DB3-145B-4BF2-9BE4-1206E40B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Сетевая, серверная и вычислительная инфраструктура под ключ.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405251-0003-4402-BB70-59D20BB8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A1FBEA-164F-46AC-B31A-84E2264E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CAAA8D-AB2C-4269-9ECB-59AB8AF9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Автоматизация процессов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5C9D0B-D98F-4A49-9F63-5776DB94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СЭД, low-code, ESM/BPM и цифровые решения для бизнеса.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DD1EFE-7792-4792-8A18-5A94D80A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713880-8AD0-4117-A834-3094A227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72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ACE139-8835-43D8-8B29-B7BADB7C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2917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Сопровождение и развитие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3B275B-4CEE-4231-AE13-7D90E34FC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7207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Рабочие сессии, внедрение, поддержка и передача знаний команде.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C9470D-959C-42E1-B999-08C13F3DC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2E9D49-7F7D-44C0-B7FB-D2B1C88DA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dfc105882f4f14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91AA77-EFFD-4D19-966D-01042710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Аудит в одном экране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9E17C8E-0B21-48D7-9A14-FC94A893B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B9C291-C3B6-42BF-80D4-23582433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CAC83CF-22D3-450F-B84B-9C3C24233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C03FC9A-D2CE-4A45-9FD3-033A04572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3550162-2EBB-415B-B48F-E0895B1F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685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61616"/>
                </a:solidFill>
              </a:defRPr>
            </a:pPr>
            <a:r>
              <a:rPr sz="2175" b="1">
                <a:solidFill>
                  <a:srgbClr val="161616"/>
                </a:solidFill>
              </a:rPr>
              <a:t>{{SUMMARY_TITLE}}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A930734-049D-4E8D-99A8-5A597C76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097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234D653-4FA7-48C3-BD15-AD5AD999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192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1450856-9C16-49C2-A33E-5CEE5161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14525"/>
            <a:ext cx="116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469C498-594A-4F40-8CE4-B48BC98B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4097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5A917D-83A0-489C-B6C4-0C4E0C921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192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775E26-7C15-441F-BA1E-73B13BBA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914525"/>
            <a:ext cx="116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95B5952-9632-4BB1-9F6A-79D1CE4E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412"/>
                </a:solidFill>
              </a:defRPr>
            </a:pPr>
            <a:r>
              <a:rPr sz="1425" b="1">
                <a:solidFill>
                  <a:srgbClr val="FF6412"/>
                </a:solidFill>
              </a:rPr>
              <a:t>Ключевые наблюдения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6F95136-39C6-4F55-AA20-D0695A60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4B2A4A0-FB82-4640-9C0A-77461D3E5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909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{{SUMMARY_1}}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52DEA0C-ED99-4A36-9E04-B8D7CE6D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957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7ED3B54-4EEC-45A3-B995-8E594608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CEC23A6-4977-4100-A8BB-BC282A91C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672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{{SUMMARY_2}}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FB16215-EC27-4FA9-8768-8DC91B64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720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5473904-BCF5-4A85-BA2A-6FFE98E0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30D8406-E2A4-4BEB-B7FF-D6AC26F8C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{{SUMMARY_3}}</a:t>
            </a:r>
          </a:p>
        </p:txBody>
      </p:sp>
    </p:spTree>
    <p:extLst>
      <p:ext uri="{BB962C8B-B14F-4D97-AF65-F5344CB8AC3E}">
        <p14:creationId xmlns:p14="http://schemas.microsoft.com/office/powerpoint/2010/main" val="9672107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3E8B40-9D9B-47A1-BA7F-48C03D4C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d37b9f25f849e8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C659F5-6014-4E59-B83A-D97BBA56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Что результаты означают для бизнеса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C0CB3F-3082-4CDC-9D0C-3272F168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3F7CB-597F-4925-9319-C7199E5A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722B38-73A2-49F3-9204-DF9878AA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2580C0-D6AD-4F08-A193-06B7D47D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05DB23-F869-4A43-AC8B-2618DD1A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4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6412"/>
                </a:solidFill>
              </a:defRPr>
            </a:pPr>
            <a:r>
              <a:rPr sz="2100" b="1">
                <a:solidFill>
                  <a:srgbClr val="FF6412"/>
                </a:solidFill>
              </a:rPr>
              <a:t>Влияние на непрерывность, управляемость, соответствие и развитие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BDED6B-CBD7-4A9F-87AC-D5BD86EB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0FAB57-D992-4254-B8A9-15ADA546D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{{SUMMARY_1}}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E62F65-197E-4681-8DFA-FA850077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146534-E4B9-48EA-9740-49268306B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533FFA-2831-40B6-B521-13E8C438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{{SUMMARY_2}}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E36440-4E38-4B51-BB28-E767F66A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A42EF3-075A-42AD-9212-DE1BD015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A0163C-8673-4ED1-A7E3-67B109C5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{{SUMMARY_3}}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AD2F14-5171-476B-B6E9-9C6E6202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29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9F799D-A167-428D-A1C4-E43179C5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921C53-FB54-4E6A-9AA7-847D4C3F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{{SUMMARY_4}}</a:t>
            </a:r>
          </a:p>
        </p:txBody>
      </p:sp>
    </p:spTree>
    <p:extLst>
      <p:ext uri="{BB962C8B-B14F-4D97-AF65-F5344CB8AC3E}">
        <p14:creationId xmlns:p14="http://schemas.microsoft.com/office/powerpoint/2010/main" val="11691100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19DC75-96B5-488C-9B61-13094878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b53945a51949d0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58116A-8A25-425C-ACC8-17CA3CC45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Контекст среды и уже работающие контроли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FBF7DE-60EA-403F-9A1D-F298F8FF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CD677-5CDA-47B4-8752-C0E47E83A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E878AB-F1C1-4D75-87E4-EDCFA4A1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40CD08-F273-48F1-8587-15DA88405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74B72C-E57A-4861-98E6-023531B4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9525">
            <a:solidFill>
              <a:srgbClr val="FF64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39F7B5-616C-421E-838D-AA71DE827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0CB4DA-26A1-4561-8736-52931579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119672-E889-458B-9D6F-6D1DF7E7D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795636-D7E7-4DBD-9976-2FF4A9FD4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22A376-5812-46C3-A3BE-6B458316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670A0A-4A83-4812-87FC-F6A5033D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E19FDE-A1FA-4DA2-A309-107DF600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220300-AD4D-4211-B06E-B9FEECB21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40B041-1274-4E0A-AA3E-5C331EC7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731D37-843B-43CE-8FED-D8033A11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4D5B2D-F946-43FB-BAC6-50698B5A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AAF4F6-10A1-4439-974B-2B5A1789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D00CC8-53C6-4D5A-898B-1250D484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2E25EE-CE4A-4F42-9CCE-0984B713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412"/>
                </a:solidFill>
              </a:defRPr>
            </a:pPr>
            <a:r>
              <a:rPr sz="1350" b="1">
                <a:solidFill>
                  <a:srgbClr val="FF6412"/>
                </a:solidFill>
              </a:rPr>
              <a:t>Подтвержденные сильные стороны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7307A9-C15A-424D-863A-60DE07DF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4409EB-3AB5-441C-8E2A-E91C89EE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{{STRENGTH_1}}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5B88C2-6EAE-45E6-BA39-DAC22CCC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D4543B-BEB3-4E1B-A092-FFC6E51B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{{STRENGTH_2}}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C4DB73-E64B-48E8-9FB5-5099C321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7F2A37-E4EC-42BB-997C-B27BE88F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{{STRENGTH_3}}</a:t>
            </a:r>
          </a:p>
        </p:txBody>
      </p:sp>
    </p:spTree>
    <p:extLst>
      <p:ext uri="{BB962C8B-B14F-4D97-AF65-F5344CB8AC3E}">
        <p14:creationId xmlns:p14="http://schemas.microsoft.com/office/powerpoint/2010/main" val="13260898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3A2BD3-2B36-461A-AE41-9C730D48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e524f391ac4ae2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29E054-D038-4E2B-98E6-E0C4ABAB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Карта подтвержденных рисков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DF37BA-F0E6-4BEE-B1F8-7B603F7C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B84EC8-2E15-4DD9-B21C-577D4A4DE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9A9F98-B1C0-4357-99C1-A987603F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BDF0A5-7802-4099-9474-280059B1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3C795F-8B33-4132-825D-ABFD0146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64B2A0-D51F-4520-ACA5-8BFF80B8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552689-FA10-4048-96E1-9BA6DF1A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1"/>
                </a:solidFill>
              </a:defRPr>
            </a:pPr>
            <a:r>
              <a:rPr sz="900" b="1">
                <a:solidFill>
                  <a:srgbClr val="A20001"/>
                </a:solidFill>
              </a:rPr>
              <a:t>{{RISK_1_LEVEL}}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121044-956D-481C-888A-96B466C1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430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{{RISK_1_TITLE}}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CC24A3-923B-4D8B-B067-24292459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19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{{RISK_1_IMPACT}}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AF3832-5CE0-407B-B494-4A358E262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906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E24A78-19E4-4937-BF6B-9470C4DF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906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091FA9-B8CA-42C0-ACCE-B08D2BAD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2"/>
                </a:solidFill>
              </a:defRPr>
            </a:pPr>
            <a:r>
              <a:rPr sz="900" b="1">
                <a:solidFill>
                  <a:srgbClr val="A20002"/>
                </a:solidFill>
              </a:rPr>
              <a:t>{{RISK_2_LEVEL}}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B4A136-63AB-444E-920E-6EA3A8BF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5430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{{RISK_2_TITLE}}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673E23-25A7-43CA-80BC-C48C09BB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19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{{RISK_2_IMPACT}}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8DC2A4-FB06-4C03-A33A-2CDAA2A6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B4FE28-BF33-40C0-A6F1-7C2FFB6C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9E95A2-94C6-4506-8D65-24821F9D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3"/>
                </a:solidFill>
              </a:defRPr>
            </a:pPr>
            <a:r>
              <a:rPr sz="900" b="1">
                <a:solidFill>
                  <a:srgbClr val="A20003"/>
                </a:solidFill>
              </a:rPr>
              <a:t>{{RISK_3_LEVEL}}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633B88-9C45-4E93-8AE8-1C729438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1051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{{RISK_3_TITLE}}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FC0AA3-76F1-46BF-9728-880000B0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814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{{RISK_3_IMPACT}}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C62390-6CDA-4C4B-8CA6-51D3DA55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527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D6AA95-9749-45E1-A1B4-A5E174E1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527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49BA49-DD57-4C3B-963E-ED1887242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671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4"/>
                </a:solidFill>
              </a:defRPr>
            </a:pPr>
            <a:r>
              <a:rPr sz="900" b="1">
                <a:solidFill>
                  <a:srgbClr val="A20004"/>
                </a:solidFill>
              </a:rPr>
              <a:t>{{RISK_4_LEVEL}}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17ECAB-87C0-46D4-9BC9-23F91CCF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{{RISK_4_TITLE}}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2C4064-156C-442B-98B7-BE7D3C3D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5814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{{RISK_4_IMPACT}}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42C671-E3B7-4C4C-AA66-D0004B97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4651B8-B99E-40D7-B7E8-4B84FD9B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B58FDC-2EBC-4DA4-ADE1-2F7B2A84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292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5"/>
                </a:solidFill>
              </a:defRPr>
            </a:pPr>
            <a:r>
              <a:rPr sz="900" b="1">
                <a:solidFill>
                  <a:srgbClr val="A20005"/>
                </a:solidFill>
              </a:rPr>
              <a:t>{{RISK_5_LEVEL}}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78130F-BA15-4673-988D-A80B8992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672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{{RISK_5_TITLE}}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23532F-069E-42C7-93BC-BB48DBFE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1435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{{RISK_5_IMPACT}}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9068F7-7175-414A-82B1-35F221B2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148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ACD023-21E8-4A6F-8A65-74427EC30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148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A2F286-7180-4AEE-A344-A392AAC2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0292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6"/>
                </a:solidFill>
              </a:defRPr>
            </a:pPr>
            <a:r>
              <a:rPr sz="900" b="1">
                <a:solidFill>
                  <a:srgbClr val="A20006"/>
                </a:solidFill>
              </a:rPr>
              <a:t>{{RISK_6_LEVEL}}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781D58-FBB1-424C-A4CC-66F3F84D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6672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{{RISK_6_TITLE}}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9DE6E5-1F39-4524-88BD-38C83271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1435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{{RISK_6_IMPACT}}</a:t>
            </a:r>
          </a:p>
        </p:txBody>
      </p:sp>
    </p:spTree>
    <p:extLst>
      <p:ext uri="{BB962C8B-B14F-4D97-AF65-F5344CB8AC3E}">
        <p14:creationId xmlns:p14="http://schemas.microsoft.com/office/powerpoint/2010/main" val="10099172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59634E-4C24-402F-8E71-EA73808A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b527800c04d00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6D01D9-D2BD-440B-8985-A05283BD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Регуляторный профиль по сфере деятельности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D233C8-5C90-44A0-BBB1-AB96C717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E5A9B9-8641-45C4-BBEB-2D789CF1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5EE034-F8D7-412D-BCAE-FD75FEF4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691977-C34E-4D9D-AD52-9ECAA4D0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CE8827-4815-446E-8D08-41E9FEA6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412"/>
                </a:solidFill>
              </a:defRPr>
            </a:pPr>
            <a:r>
              <a:rPr sz="1425" b="1">
                <a:solidFill>
                  <a:srgbClr val="FF6412"/>
                </a:solidFill>
              </a:rPr>
              <a:t>Отрасль: {{INDUSTRY}}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B71C2E-6A1B-4948-8F77-43DF9876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47850"/>
            <a:ext cx="51625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6FA90D-0A99-4C20-973F-5F5EC992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6412"/>
                </a:solidFill>
              </a:defRPr>
            </a:pPr>
            <a:r>
              <a:rPr sz="750" b="1">
                <a:solidFill>
                  <a:srgbClr val="FF6412"/>
                </a:solidFill>
              </a:rPr>
              <a:t>{{LAW_1_STATUS}}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D07A62-1DC5-4F0D-B02E-E14082A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7647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61616"/>
                </a:solidFill>
              </a:defRPr>
            </a:pPr>
            <a:r>
              <a:rPr sz="1200" b="1">
                <a:solidFill>
                  <a:srgbClr val="161616"/>
                </a:solidFill>
              </a:rPr>
              <a:t>{{LAW_1_TITLE}}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AD6A8C-F02F-4CDA-B145-7E9B57B3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622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{{LAW_1_SCOPE}}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0CC72D-0053-4D25-89A7-2267FF10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47850"/>
            <a:ext cx="51625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367301-662A-405B-9005-7F847151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193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6412"/>
                </a:solidFill>
              </a:defRPr>
            </a:pPr>
            <a:r>
              <a:rPr sz="750" b="1">
                <a:solidFill>
                  <a:srgbClr val="FF6412"/>
                </a:solidFill>
              </a:rPr>
              <a:t>{{LAW_2_STATUS}}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73B67C-3518-4115-B2F4-ABB5E463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7647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61616"/>
                </a:solidFill>
              </a:defRPr>
            </a:pPr>
            <a:r>
              <a:rPr sz="1200" b="1">
                <a:solidFill>
                  <a:srgbClr val="161616"/>
                </a:solidFill>
              </a:rPr>
              <a:t>{{LAW_2_TITLE}}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71D575-2920-4019-A069-1F81B375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622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{{LAW_2_SCOPE}}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8880DB-C43F-4177-85A8-E47570CA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0"/>
            <a:ext cx="51625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935995-6C41-4443-A398-2FB49A23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909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6412"/>
                </a:solidFill>
              </a:defRPr>
            </a:pPr>
            <a:r>
              <a:rPr sz="750" b="1">
                <a:solidFill>
                  <a:srgbClr val="FF6412"/>
                </a:solidFill>
              </a:rPr>
              <a:t>{{LAW_3_STATUS}}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48FB86-1702-4BDD-B48F-4BD03FCA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481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61616"/>
                </a:solidFill>
              </a:defRPr>
            </a:pPr>
            <a:r>
              <a:rPr sz="1200" b="1">
                <a:solidFill>
                  <a:srgbClr val="161616"/>
                </a:solidFill>
              </a:rPr>
              <a:t>{{LAW_3_TITLE}}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6CB108-96CA-4D86-8461-9F31F1CD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{{LAW_3_SCOPE}}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A644C5-FEFB-4005-8193-384C239C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51625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5FA1C3-B4F8-4F3B-8CB6-8ADB85AB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6412"/>
                </a:solidFill>
              </a:defRPr>
            </a:pPr>
            <a:r>
              <a:rPr sz="750" b="1">
                <a:solidFill>
                  <a:srgbClr val="FF6412"/>
                </a:solidFill>
              </a:rPr>
              <a:t>{{LAW_4_STATUS}}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8C91D6-5CB4-4E90-A1C1-FAAA704F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481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61616"/>
                </a:solidFill>
              </a:defRPr>
            </a:pPr>
            <a:r>
              <a:rPr sz="1200" b="1">
                <a:solidFill>
                  <a:srgbClr val="161616"/>
                </a:solidFill>
              </a:rPr>
              <a:t>{{LAW_4_TITLE}}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056068-DA37-4647-BEE3-EB2DB3CA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339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{{LAW_4_SCOPE}}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B2AA0C-868A-4FC5-832F-242E76D7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19750"/>
            <a:ext cx="1064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Методические ориентиры: {{FRAMEWORKS}}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574195-ABD4-40BB-9FE5-BE1BD875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15050"/>
            <a:ext cx="1064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Нормативный акт задает требование к контролю, а не обязанность покупать конкретный продукт.</a:t>
            </a:r>
          </a:p>
        </p:txBody>
      </p:sp>
    </p:spTree>
    <p:extLst>
      <p:ext uri="{BB962C8B-B14F-4D97-AF65-F5344CB8AC3E}">
        <p14:creationId xmlns:p14="http://schemas.microsoft.com/office/powerpoint/2010/main" val="19569024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62C0F7-156C-4EFB-9C65-3B0E9296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10d7089ca439c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23CA6C-37E0-4008-BAD3-ED0C02B35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58E163-C967-4CFE-B4EE-1359ED28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7D1165-EA76-48F6-B4B9-0E5FCE155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81ECC8-91E2-44A6-B609-9BCC52DF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8DA7C8-6AC9-446A-974D-40D0ECEA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70347-CB77-42C4-9687-948078B9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215347-5D1A-43FA-8627-CCF52B71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FF8348-53C6-4187-A878-CDEC13C9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1"/>
                </a:solidFill>
              </a:defRPr>
            </a:pPr>
            <a:r>
              <a:rPr sz="900" b="1">
                <a:solidFill>
                  <a:srgbClr val="B20001"/>
                </a:solidFill>
              </a:rPr>
              <a:t>{{REC_1_LEVEL}}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8DB887-B178-4163-AC26-6C7B0A1B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1"/>
                </a:solidFill>
              </a:defRPr>
            </a:pPr>
            <a:r>
              <a:rPr sz="2550" b="1">
                <a:solidFill>
                  <a:srgbClr val="B20001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0396D4-B892-49EC-88E1-BAB3EEEF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{{REC_1_TITLE}}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BE2CAF-2608-4895-BD83-F4786724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Факт анкеты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B5955D-9F9A-47FB-8CBD-E2AC8B5C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{{REC_1_EVIDENCE}}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708C5F-5137-4BE1-AEFF-5F0C65CE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AECCA3-31B9-4A15-AB28-48AEF7FF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{{REC_1_ACTION}}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85D749-DA92-4F20-AAB1-C872D141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E88B20-838D-4A59-8AD8-970DE8F8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8E38AC-D77C-47E6-B99E-1D8077768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{{REC_1_SOLUTION}} · {{REC_1_VENDORS}}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FA6B7D-D2E2-42A9-B7F7-9F086E20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27DDB5-6AF7-454B-B3B9-2E73A45D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{{REC_1_LEGAL}}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F370E9-DFD6-4FA0-92B6-429E5EA8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41FA85-A33B-46D1-BA90-33EEAA50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{{REC_1_METRIC}}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7FBD79-2734-4C37-8954-39DA591F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30F027-5807-47AC-9B7D-1D09825C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4CE016-121B-469D-B449-19EE1722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2"/>
                </a:solidFill>
              </a:defRPr>
            </a:pPr>
            <a:r>
              <a:rPr sz="900" b="1">
                <a:solidFill>
                  <a:srgbClr val="B20002"/>
                </a:solidFill>
              </a:rPr>
              <a:t>{{REC_2_LEVEL}}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9337D6-0F18-49A8-9518-2B673F5B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2"/>
                </a:solidFill>
              </a:defRPr>
            </a:pPr>
            <a:r>
              <a:rPr sz="2550" b="1">
                <a:solidFill>
                  <a:srgbClr val="B20002"/>
                </a:solidFill>
              </a:rPr>
              <a:t>02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CA8716-98EF-459F-9442-11780D63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{{REC_2_TITLE}}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E7A524-51E1-473A-999A-81977EB6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Факт анкеты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A8412D-1E25-4076-A578-0E4C050A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{{REC_2_EVIDENCE}}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B82FBE-7D87-4444-B27C-8B26E7CE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486BD4E-984E-41B4-8A39-EE7267F7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{{REC_2_ACTION}}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B2B7AE-DFBF-40C9-B078-6F7660B9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2DD593-406E-49BC-8939-E1E043D2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21DCAF9-40DC-4C81-B904-E8860E4FA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{{REC_2_SOLUTION}} · {{REC_2_VENDORS}}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673F51-2B92-406F-AD96-A64B3072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5162CD-AC60-4C3F-AB99-347C951C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{{REC_2_LEGAL}}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8403D34-26B7-4644-864F-C239A77E5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1DC895-86CE-467E-820C-30937D96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{{REC_2_METRIC}}</a:t>
            </a:r>
          </a:p>
        </p:txBody>
      </p:sp>
    </p:spTree>
    <p:extLst>
      <p:ext uri="{BB962C8B-B14F-4D97-AF65-F5344CB8AC3E}">
        <p14:creationId xmlns:p14="http://schemas.microsoft.com/office/powerpoint/2010/main" val="7705893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4500FF-EAB3-4FC6-8E45-2133E968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63427e6a504198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35E62C-1C92-4AD7-A14E-4E3F0B47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снижение основных рисков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D1E151-B7A5-4C8A-B4B1-91A78F9E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4BA2B5-32E1-4745-910B-33639B09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37850A-C372-446A-9FCD-1A78B4A5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50B020-1DD9-40A5-B8AD-AB24F2582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4FADEF-202C-4330-8B78-04C1D1E26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C6FA71-B205-48C9-982F-4B22FAAC6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A29B7F-9C62-4D7C-8E62-0C340297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3"/>
                </a:solidFill>
              </a:defRPr>
            </a:pPr>
            <a:r>
              <a:rPr sz="900" b="1">
                <a:solidFill>
                  <a:srgbClr val="B20003"/>
                </a:solidFill>
              </a:rPr>
              <a:t>{{REC_3_LEVEL}}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2684B-9A16-4215-BE96-DCF203BC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3"/>
                </a:solidFill>
              </a:defRPr>
            </a:pPr>
            <a:r>
              <a:rPr sz="2550" b="1">
                <a:solidFill>
                  <a:srgbClr val="B20003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1C52D3-2C32-49A1-AD8D-82B23526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{{REC_3_TITLE}}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DCE794-4C30-451A-A177-2DD33F34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Факт анкеты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54648E-67EC-445A-8225-F1070F5A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{{REC_3_EVIDENCE}}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CD3F81-D4CC-4207-9FA5-9E78BC83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6B6C41-8B42-42FC-84DC-C44A7032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{{REC_3_ACTION}}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2967B0-79B6-4CD5-B8F0-7B8D420B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D9B4E1-8640-488B-8AAC-4F7A5E48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D4D7A9-4284-498E-8494-B5125851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{{REC_3_SOLUTION}} · {{REC_3_VENDORS}}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942001-7919-4EB3-BAB9-74D29771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29C8CE-ED0C-4B8B-BF9E-FC2727B5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{{REC_3_LEGAL}}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5422B0-4116-4368-9298-8139E5BA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AB8DAF-2162-4463-9567-0E190984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{{REC_3_METRIC}}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3B6752-BF0C-4C1C-B283-4D52E36F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6D61FC-85A3-4257-92FD-475C30C0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CD7C5C-1FE9-4878-B857-B0C01226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4"/>
                </a:solidFill>
              </a:defRPr>
            </a:pPr>
            <a:r>
              <a:rPr sz="900" b="1">
                <a:solidFill>
                  <a:srgbClr val="B20004"/>
                </a:solidFill>
              </a:rPr>
              <a:t>{{REC_4_LEVEL}}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08C81A-70CC-468C-A5E4-E30C19E0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4"/>
                </a:solidFill>
              </a:defRPr>
            </a:pPr>
            <a:r>
              <a:rPr sz="2550" b="1">
                <a:solidFill>
                  <a:srgbClr val="B20004"/>
                </a:solidFill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D355A3-8203-4E85-ADB2-439F1FFB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{{REC_4_TITLE}}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479440-69A1-4CF1-8373-85255A720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Факт анкеты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856962-D958-4D8D-8D1C-9900150F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{{REC_4_EVIDENCE}}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45EB32-2413-449B-8AF4-693EF72B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0FB7CC-BB3F-492C-87BC-B6806E77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{{REC_4_ACTION}}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AEDE915-B2FA-4728-84C5-DD4F49C4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503819-CB72-4C4F-BBFC-C4F8D2F64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01A8F2-54E9-40D4-A02E-BE25E7DB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{{REC_4_SOLUTION}} · {{REC_4_VENDORS}}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12DE37-CA4A-43A2-83BC-282E130E6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DCA055A-1EEA-41EE-A976-0A0D550E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{{REC_4_LEGAL}}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5840931-0E5F-4F33-90EC-60DE9E536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EBE11FA-8D0F-4BDD-91B8-33C11FDED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{{REC_4_METRIC}}</a:t>
            </a:r>
          </a:p>
        </p:txBody>
      </p:sp>
    </p:spTree>
    <p:extLst>
      <p:ext uri="{BB962C8B-B14F-4D97-AF65-F5344CB8AC3E}">
        <p14:creationId xmlns:p14="http://schemas.microsoft.com/office/powerpoint/2010/main" val="20663877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26F9E8-7C1E-4A3B-A6B1-4E59CE39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bf7163675473f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F6B8F-0CE8-4633-B47D-521EA739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устойчивость ИТ и ИБ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0C9E17-19C1-4FAB-A6BA-1DBB470F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995819-D92C-4B8C-A6E6-B37D9761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EDC50E-57EC-4528-BBF1-3646845E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E2EAEC-6833-49FA-9C44-CE46B690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5BBF20-A72D-48C6-B970-EA255383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E6A58F-F959-4FE2-8B6C-DB0F632D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7B440C-0196-4E5D-B799-D52B78F4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5"/>
                </a:solidFill>
              </a:defRPr>
            </a:pPr>
            <a:r>
              <a:rPr sz="900" b="1">
                <a:solidFill>
                  <a:srgbClr val="B20005"/>
                </a:solidFill>
              </a:rPr>
              <a:t>{{REC_5_LEVEL}}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CA1303-0B1D-44E1-B6AC-F9392220C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5"/>
                </a:solidFill>
              </a:defRPr>
            </a:pPr>
            <a:r>
              <a:rPr sz="2550" b="1">
                <a:solidFill>
                  <a:srgbClr val="B20005"/>
                </a:solidFill>
              </a:rPr>
              <a:t>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97234-20D2-4CDE-AD57-D2B8316B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{{REC_5_TITLE}}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9F9C0D-F5C5-42D8-BE36-622D3FDE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Факт анкеты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9CA573-10BA-455B-9FB6-56B2563B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{{REC_5_EVIDENCE}}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E96244-A2D9-4B37-B704-A287EC73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7E94B1-497C-46D4-8B05-39AAAAA7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{{REC_5_ACTION}}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BED519-69D5-466B-8461-D5ADAABD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ED916D-DCDA-4848-A330-82243EF2E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55621E-67C3-414F-9EC3-37F81F4D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{{REC_5_SOLUTION}} · {{REC_5_VENDORS}}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40204C-28C3-468B-A145-1C8B1F16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C7227B-415E-4B5B-A6AB-98CB1D50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{{REC_5_LEGAL}}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E1CC21-3F65-46E4-8B18-DF15D524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2B716C-33F1-400B-8F85-9EF224024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{{REC_5_METRIC}}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CEEDF5-4D42-483B-AD55-6AA948FD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87F378-2F95-438B-BF80-9DD2DE7B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BFE4BE-77B4-45C8-9E9F-5FBDC4B0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6"/>
                </a:solidFill>
              </a:defRPr>
            </a:pPr>
            <a:r>
              <a:rPr sz="900" b="1">
                <a:solidFill>
                  <a:srgbClr val="B20006"/>
                </a:solidFill>
              </a:rPr>
              <a:t>{{REC_6_LEVEL}}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4B7A31-9262-4282-8FF2-5139C21B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6"/>
                </a:solidFill>
              </a:defRPr>
            </a:pPr>
            <a:r>
              <a:rPr sz="2550" b="1">
                <a:solidFill>
                  <a:srgbClr val="B20006"/>
                </a:solidFill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636D28-1EF1-426B-BEA5-8F1B1929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{{REC_6_TITLE}}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34D253-AA2B-408B-9A27-7005550C3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Факт анкеты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B4BB1B-A694-49BB-BDCC-347E49B9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{{REC_6_EVIDENCE}}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2DC5C3-19BE-4413-B457-26837D8F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BAF788-E6EE-47AB-AF25-E065191D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{{REC_6_ACTION}}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AA727A-080C-46AF-96B7-D19302D3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2D67A5-C975-455A-94F5-2CA1BEDFD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51F10E-BF2F-4AF4-975E-1DE98D21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{{REC_6_SOLUTION}} · {{REC_6_VENDORS}}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10AA71-04E5-460B-A98C-75D2E0D4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19A92A-8EEE-4E5A-A552-471FC58A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{{REC_6_LEGAL}}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A27F95-4A4E-4D5B-864D-ED4377A9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A78200-78BD-4203-8642-6561B0C7C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{{REC_6_METRIC}}</a:t>
            </a:r>
          </a:p>
        </p:txBody>
      </p:sp>
    </p:spTree>
    <p:extLst>
      <p:ext uri="{BB962C8B-B14F-4D97-AF65-F5344CB8AC3E}">
        <p14:creationId xmlns:p14="http://schemas.microsoft.com/office/powerpoint/2010/main" val="6017318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4F612C-0284-40DC-92C6-B6F5AE42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d5e9a3aba4555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05B010-65CD-42E1-A137-62D3B5CF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следующий уровень зрелости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39EA5A-0A81-46D4-8842-5EE0B670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BC0429-0322-43A9-A5EF-D185B628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A721D9-B8A2-41B2-B5A5-D5DC7390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2C5C1B-840F-4CE8-8D21-03DBBE4C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03706F-53B6-41F7-9456-ED45F0D7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456808-F2E9-46B3-9D67-1A191A1D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6F158-37EA-4D1D-912A-90DF5518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7"/>
                </a:solidFill>
              </a:defRPr>
            </a:pPr>
            <a:r>
              <a:rPr sz="900" b="1">
                <a:solidFill>
                  <a:srgbClr val="B20007"/>
                </a:solidFill>
              </a:rPr>
              <a:t>{{REC_7_LEVEL}}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290EEE-3351-431E-A67A-3C886B1A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7"/>
                </a:solidFill>
              </a:defRPr>
            </a:pPr>
            <a:r>
              <a:rPr sz="2550" b="1">
                <a:solidFill>
                  <a:srgbClr val="B20007"/>
                </a:solidFill>
              </a:rPr>
              <a:t>07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BE7E3D-77AA-4DF4-8033-A8984852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{{REC_7_TITLE}}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4B62FF-A88E-436B-9A2A-2B58B9B2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Факт анкеты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37B4F1-7C87-43E9-A4F9-31F183DB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{{REC_7_EVIDENCE}}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D335C2-4E02-49F8-858F-8ABEA150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6F635D-661D-4F2F-806C-489377AAD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{{REC_7_ACTION}}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B3E0BE-9FC0-4FC1-B40E-C3EA1F0C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3D8B06-18BC-44E1-96F9-D2179C3F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532613-3823-46A1-A94E-B41CD0E8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{{REC_7_SOLUTION}} · {{REC_7_VENDORS}}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71E4C8-556F-47B4-BF6B-4B023A0B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6D2B3F-2EC8-4A30-9FD8-9F999FAF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{{REC_7_LEGAL}}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BF5DB0-8978-4D9F-9861-007D729C5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424D1B-86BC-4D7C-B743-7C040DC2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{{REC_7_METRIC}}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DECB0B-D034-4598-A02F-B5E0F98D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F8294F-9BB1-474A-96CE-CF2D62AF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AF913-A677-47A9-B89C-CE963AF4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8"/>
                </a:solidFill>
              </a:defRPr>
            </a:pPr>
            <a:r>
              <a:rPr sz="900" b="1">
                <a:solidFill>
                  <a:srgbClr val="B20008"/>
                </a:solidFill>
              </a:rPr>
              <a:t>{{REC_8_LEVEL}}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9A3CA3-FC19-46BB-9864-7252E45C0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8"/>
                </a:solidFill>
              </a:defRPr>
            </a:pPr>
            <a:r>
              <a:rPr sz="2550" b="1">
                <a:solidFill>
                  <a:srgbClr val="B20008"/>
                </a:solidFill>
              </a:rPr>
              <a:t>08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942880-4398-4238-A060-E0C28AA5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{{REC_8_TITLE}}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1C4485-4994-48AE-8B90-5DAA5628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Факт анкеты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F3683E-502A-4C97-AD69-431C70C5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{{REC_8_EVIDENCE}}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6EB337-39BD-43BD-82FB-018469316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6CCC6E-781B-4C1F-80EB-F42F708E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{{REC_8_ACTION}}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254A42-CCA4-41A5-99DD-33F278A7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0B72C1-994D-4F39-B7AD-AA7D1602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790484D-91D7-4F26-AD71-85245C6B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{{REC_8_SOLUTION}} · {{REC_8_VENDORS}}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EDF4EB-8166-47CF-BC95-4148D8F8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A60B004-F9DE-4805-BD17-617889553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{{REC_8_LEGAL}}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9B2BD22-D322-4155-B00A-C6AE8F02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FB6A47E-2E48-44EE-B999-197C4E1F2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{{REC_8_METRIC}}</a:t>
            </a:r>
          </a:p>
        </p:txBody>
      </p:sp>
    </p:spTree>
    <p:extLst>
      <p:ext uri="{BB962C8B-B14F-4D97-AF65-F5344CB8AC3E}">
        <p14:creationId xmlns:p14="http://schemas.microsoft.com/office/powerpoint/2010/main" val="85878779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FE2612-88E3-4790-92AA-BD63A809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8eb77dca8d4914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AE9B3A-7353-493C-9014-4DFDD0BE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61F20D-E3AA-4FCE-8505-317C3A6E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6A8430-072E-4D2F-8CE1-50921787E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873EE-0987-4E27-A067-8D51FD3A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C2F582-6E56-4727-B701-0909A006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AEEA6B-CA65-46D0-B3CD-BDF4437D9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28D123-0B8C-40E4-9298-E021D3784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37D3E1-A8F3-4CA5-AD5D-A0806DA0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CB2100-6789-45C2-8CBF-B5C90DFD3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2DBE53-E773-420A-B1B6-47A52644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{{ROADMAP_1_1}}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2F9AE6-0B97-4B3B-B40A-F01C505AD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F356A7-065D-490C-988A-F13BECEC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D30E98-7E6A-43A0-9C4D-43538A61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{{ROADMAP_1_2}}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E52CC6-DFD7-4CA2-A67F-59AD26EA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6A46CE-7DBA-4D0D-89A7-75C8A42C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9DD6F9-29DF-4167-A69A-C8765C1B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31–60 дней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4155AF-D847-4A51-9D88-9A5DF4A0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375AB6-3197-41A9-B5B5-EC8AD696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{{ROADMAP_2_1}}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86EAE9-AE92-485E-9956-968C5DBD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D0022-2D41-4C36-BD40-A230B1BF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B7A000-9FFB-4E91-A5C5-0FD2EE78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{{ROADMAP_2_2}}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E2F3FD-27AA-4A04-9214-5D72FED0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8060B7-5ECD-4264-B29D-2FF10015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F8CD64-4AC6-4F9E-A383-3659564F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61–90 дней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FFF691-31F8-42FD-87EC-16FEB9E66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DD52F3-0BF3-44B1-A047-8DFE5EA4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{{ROADMAP_3_1}}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03701D-1CAB-412E-9C67-C458604A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97D599-868B-4CCA-AB9D-711E105D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468C03-C1AF-425C-BD71-DEACEA73A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{{ROADMAP_3_2}}</a:t>
            </a:r>
          </a:p>
        </p:txBody>
      </p:sp>
    </p:spTree>
    <p:extLst>
      <p:ext uri="{BB962C8B-B14F-4D97-AF65-F5344CB8AC3E}">
        <p14:creationId xmlns:p14="http://schemas.microsoft.com/office/powerpoint/2010/main" val="84498413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BB5AF3-DF91-431B-B821-EB2CD23E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af9afdffac43cc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8ACC43-E62F-4E04-9145-218F8954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Команда для реализации изменений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89F1D3-07DD-4F17-8116-ED07CCCD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FBAE15-301D-4290-BAFC-51C25E197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9BDFC-182B-4CDF-BF2D-13EB0EA4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0044A9-E978-466D-91FC-2F1474CB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3A7200-2C08-415E-9ACF-50131767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61616"/>
                </a:solidFill>
              </a:defRPr>
            </a:pPr>
            <a:r>
              <a:rPr sz="2025" b="1">
                <a:solidFill>
                  <a:srgbClr val="161616"/>
                </a:solidFill>
              </a:rPr>
              <a:t>ТОО «Khalil Trade»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82936B-20AF-4F87-A7FE-20296BDD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514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7085"/>
                </a:solidFill>
              </a:defRPr>
            </a:pPr>
            <a:r>
              <a:rPr sz="1350">
                <a:solidFill>
                  <a:srgbClr val="667085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A3263A-4DD0-47AB-B6E8-DC7047AC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6412"/>
                </a:solidFill>
              </a:defRPr>
            </a:pPr>
            <a:r>
              <a:rPr sz="1650" b="1">
                <a:solidFill>
                  <a:srgbClr val="FF6412"/>
                </a:solidFill>
              </a:rPr>
              <a:t>От оценки и проектирования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DFEB06-C37C-4D18-AB44-464AA32A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19B6C2-ED85-4072-B5FD-2DE875DA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8741FB-73B1-4521-AA8B-2ECFB5A5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452AB2-97B4-456E-A45D-A10D8F7F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7DF956-0FBE-4B02-9838-379C9495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654607-8FD7-42E0-B2F5-C76986F0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C57C7B-C4DA-4630-A44F-5F72935F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90650"/>
            <a:ext cx="4953000" cy="4438650"/>
          </a:xfrm>
          <a:prstGeom xmlns:a="http://schemas.openxmlformats.org/drawingml/2006/main" prst="roundRect">
            <a:avLst>
              <a:gd name="adj" fmla="val 1717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35FE27-3544-4FF5-A17D-B14DC35C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954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</a:defRPr>
            </a:pPr>
            <a:r>
              <a:rPr sz="1725" b="1">
                <a:solidFill>
                  <a:srgbClr val="161616"/>
                </a:solidFill>
              </a:rPr>
              <a:t>Компетенции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40B48F-CF90-4176-B394-ABEAE9D5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622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412"/>
                </a:solidFill>
              </a:defRPr>
            </a:pPr>
            <a:r>
              <a:rPr sz="105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932A91-756C-4CDE-8B7A-B8503002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336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Аудит и 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192B22-1DA9-4B33-B910-FB4B930B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432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412"/>
                </a:solidFill>
              </a:defRPr>
            </a:pPr>
            <a:r>
              <a:rPr sz="105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559086-371B-4BF8-87B4-9BC8DE40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146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Сетевая и серверная инфраструктура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9AF9B8-DFD8-49C0-9659-D1103AE0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412"/>
                </a:solidFill>
              </a:defRPr>
            </a:pPr>
            <a:r>
              <a:rPr sz="105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85BFEC-6651-4BA0-AA1A-1ACC45B3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8957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Автоматизация и цифровые решения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112771-7004-4E8A-AC2B-EFC051AD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053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412"/>
                </a:solidFill>
              </a:defRPr>
            </a:pPr>
            <a:r>
              <a:rPr sz="105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327658-2EA8-421E-BFE4-9CA6F366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767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Внедрение, поддержка и передача знаний</a:t>
            </a:r>
          </a:p>
        </p:txBody>
      </p:sp>
    </p:spTree>
    <p:extLst>
      <p:ext uri="{BB962C8B-B14F-4D97-AF65-F5344CB8AC3E}">
        <p14:creationId xmlns:p14="http://schemas.microsoft.com/office/powerpoint/2010/main" val="20827832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A137F9-7C19-4B58-AD16-F8B970EB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7e94cea7c64e15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3AC822-A93B-4511-8AC5-A206605E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95741E-0E0A-4AAD-922F-B0984D9B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1A3D40-E34D-41F6-8C14-922867BB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9CA515-9053-41D8-BFFC-0AF8F6C9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2C7A17-C1A6-4008-AC3C-C59464389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AA3FE2-BB33-4F86-B814-27A59219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DC017C-5AF7-40C1-A3EF-49EBDBCB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9D45F7-421E-42C8-8B6F-16FC7E57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F4BEEF-7F21-42FC-80BC-BCE1D688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B7A1E5-37D4-4949-83BB-19727120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C65150-C25A-412A-885D-540911EA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F7BDAF-04FF-4F8B-B60C-891B9F2E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31A466-65CE-4EA1-A1A8-FC91620A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87EDCB-D14A-446B-92E4-2BE847A0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229AB4-4B87-49AA-9014-514DDBE4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FCAD91-51F5-45F0-9994-1164D531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A3B377-1D8A-4EC4-8B58-7250839C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4CD91E-1EA4-4612-ADF4-178953C4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1616"/>
                </a:solidFill>
              </a:defRPr>
            </a:pPr>
            <a:r>
              <a:rPr sz="1875" b="1">
                <a:solidFill>
                  <a:srgbClr val="161616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7F70B5-7106-435D-A30A-84B337CA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77121f46504aea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49A264-BB7E-4E06-A0D7-1E20BB6A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5ECCC5-E4A0-4F73-A0A6-D7DE830A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info@khalilgroup.kz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F738A1-D66B-413B-8ED6-E69AC6B4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+7 706 701 48 35</a:t>
            </a:r>
          </a:p>
        </p:txBody>
      </p:sp>
    </p:spTree>
    <p:extLst>
      <p:ext uri="{BB962C8B-B14F-4D97-AF65-F5344CB8AC3E}">
        <p14:creationId xmlns:p14="http://schemas.microsoft.com/office/powerpoint/2010/main" val="3946257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2026-07-17T12:32:03.9000000Z</dcterms:created>
  <dcterms:modified xsi:type="dcterms:W3CDTF">2026-07-17T12:32:03.9010000Z</dcterms:modified>
</coreProperties>
</file>