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11a5e687a44c21" /><Relationship Type="http://schemas.openxmlformats.org/officeDocument/2006/relationships/extended-properties" Target="/docProps/app.xml" Id="Ra4757a918bf74e96" /><Relationship Type="http://schemas.openxmlformats.org/officeDocument/2006/relationships/officeDocument" Target="/ppt/presentation.xml" Id="R231068a3bb0848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2adf2f485446c4"/>
  </p:sldMasterIdLst>
  <p:notesMasterIdLst>
    <p:notesMasterId xmlns:r="http://schemas.openxmlformats.org/officeDocument/2006/relationships" r:id="R1892d6f9ccb94827"/>
  </p:notesMasterIdLst>
  <p:sldIdLst>
    <p:sldId xmlns:r="http://schemas.openxmlformats.org/officeDocument/2006/relationships" id="256" r:id="R88387043d83d4e68"/>
    <p:sldId xmlns:r="http://schemas.openxmlformats.org/officeDocument/2006/relationships" id="257" r:id="Rb333e184529944c5"/>
    <p:sldId xmlns:r="http://schemas.openxmlformats.org/officeDocument/2006/relationships" id="258" r:id="Rb2d99d4eedab46af"/>
    <p:sldId xmlns:r="http://schemas.openxmlformats.org/officeDocument/2006/relationships" id="259" r:id="Rf0cd254aeced4d94"/>
    <p:sldId xmlns:r="http://schemas.openxmlformats.org/officeDocument/2006/relationships" id="260" r:id="R41f09ae1851f4618"/>
    <p:sldId xmlns:r="http://schemas.openxmlformats.org/officeDocument/2006/relationships" id="261" r:id="R4a34fdb1b66d4d0c"/>
    <p:sldId xmlns:r="http://schemas.openxmlformats.org/officeDocument/2006/relationships" id="262" r:id="R1e169c5cd4124f0c"/>
    <p:sldId xmlns:r="http://schemas.openxmlformats.org/officeDocument/2006/relationships" id="263" r:id="R0c76a433880c4b5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3ea74c58dc4f22" /><Relationship Type="http://schemas.openxmlformats.org/officeDocument/2006/relationships/slideMaster" Target="/ppt/slideMasters/slideMaster1.xml" Id="R982adf2f485446c4" /><Relationship Type="http://schemas.openxmlformats.org/officeDocument/2006/relationships/notesMaster" Target="/ppt/notesMasters/notesMaster1.xml" Id="R1892d6f9ccb94827" /><Relationship Type="http://schemas.openxmlformats.org/officeDocument/2006/relationships/presProps" Target="/ppt/presProps.xml" Id="Ref1ea249ec5e4e98" /><Relationship Type="http://schemas.openxmlformats.org/officeDocument/2006/relationships/tableStyles" Target="/ppt/tableStyles.xml" Id="R15fb2a1834e442b5" /><Relationship Type="http://schemas.openxmlformats.org/officeDocument/2006/relationships/slide" Target="/ppt/slides/slide1.xml" Id="R88387043d83d4e68" /><Relationship Type="http://schemas.openxmlformats.org/officeDocument/2006/relationships/slide" Target="/ppt/slides/slide2.xml" Id="Rb333e184529944c5" /><Relationship Type="http://schemas.openxmlformats.org/officeDocument/2006/relationships/slide" Target="/ppt/slides/slide3.xml" Id="Rb2d99d4eedab46af" /><Relationship Type="http://schemas.openxmlformats.org/officeDocument/2006/relationships/slide" Target="/ppt/slides/slide4.xml" Id="Rf0cd254aeced4d94" /><Relationship Type="http://schemas.openxmlformats.org/officeDocument/2006/relationships/slide" Target="/ppt/slides/slide5.xml" Id="R41f09ae1851f4618" /><Relationship Type="http://schemas.openxmlformats.org/officeDocument/2006/relationships/slide" Target="/ppt/slides/slide6.xml" Id="R4a34fdb1b66d4d0c" /><Relationship Type="http://schemas.openxmlformats.org/officeDocument/2006/relationships/slide" Target="/ppt/slides/slide7.xml" Id="R1e169c5cd4124f0c" /><Relationship Type="http://schemas.openxmlformats.org/officeDocument/2006/relationships/slide" Target="/ppt/slides/slide8.xml" Id="R0c76a433880c4b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105ca1b49641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ce4ba86b044bb2" /><Relationship Type="http://schemas.openxmlformats.org/officeDocument/2006/relationships/notesMaster" Target="/ppt/notesMasters/notesMaster1.xml" Id="R50c14e7d22f04f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8015ff333642e0" /><Relationship Type="http://schemas.openxmlformats.org/officeDocument/2006/relationships/notesMaster" Target="/ppt/notesMasters/notesMaster1.xml" Id="R4a5b764481064e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eeebacafa74cfa" /><Relationship Type="http://schemas.openxmlformats.org/officeDocument/2006/relationships/notesMaster" Target="/ppt/notesMasters/notesMaster1.xml" Id="Rfa2e5d5df3e945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a256b561104223" /><Relationship Type="http://schemas.openxmlformats.org/officeDocument/2006/relationships/notesMaster" Target="/ppt/notesMasters/notesMaster1.xml" Id="R82620a85db4547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46449bbcd64085" /><Relationship Type="http://schemas.openxmlformats.org/officeDocument/2006/relationships/notesMaster" Target="/ppt/notesMasters/notesMaster1.xml" Id="Rfd6a73e2719a44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59326b49a04bb2" /><Relationship Type="http://schemas.openxmlformats.org/officeDocument/2006/relationships/notesMaster" Target="/ppt/notesMasters/notesMaster1.xml" Id="R078b732a245e4d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4b38b400f54271" /><Relationship Type="http://schemas.openxmlformats.org/officeDocument/2006/relationships/notesMaster" Target="/ppt/notesMasters/notesMaster1.xml" Id="Rab574a9a54164b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851971f76f4c3a" /><Relationship Type="http://schemas.openxmlformats.org/officeDocument/2006/relationships/notesMaster" Target="/ppt/notesMasters/notesMaster1.xml" Id="R73cf7776521946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132292fa74e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b1180e2afc41c7" /><Relationship Type="http://schemas.openxmlformats.org/officeDocument/2006/relationships/slideLayout" Target="/ppt/slideLayouts/slideLayout1.xml" Id="R4c89658b743b42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89658b743b42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92df9127d4e82" /><Relationship Type="http://schemas.openxmlformats.org/officeDocument/2006/relationships/image" Target="/ppt/media/image.png" Id="Rfde7d0a8d89b45b6" /><Relationship Type="http://schemas.openxmlformats.org/officeDocument/2006/relationships/image" Target="/ppt/media/image2.png" Id="R9e9dc9bcf6f0482a" /><Relationship Type="http://schemas.openxmlformats.org/officeDocument/2006/relationships/notesSlide" Target="/ppt/notesSlides/notesSlide1.xml" Id="R61c9f3184e8849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c9dffa4c14a7a" /><Relationship Type="http://schemas.openxmlformats.org/officeDocument/2006/relationships/image" Target="/ppt/media/image3.png" Id="R8de4c7862970492a" /><Relationship Type="http://schemas.openxmlformats.org/officeDocument/2006/relationships/notesSlide" Target="/ppt/notesSlides/notesSlide2.xml" Id="R0d7e07223f1443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d52baa9ae44b3" /><Relationship Type="http://schemas.openxmlformats.org/officeDocument/2006/relationships/image" Target="/ppt/media/image4.png" Id="R439dd34c6ef74b57" /><Relationship Type="http://schemas.openxmlformats.org/officeDocument/2006/relationships/notesSlide" Target="/ppt/notesSlides/notesSlide3.xml" Id="R8fb7c04bc1b344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f3d7d4c664769" /><Relationship Type="http://schemas.openxmlformats.org/officeDocument/2006/relationships/image" Target="/ppt/media/image5.png" Id="R69d5a15b57ca4b63" /><Relationship Type="http://schemas.openxmlformats.org/officeDocument/2006/relationships/notesSlide" Target="/ppt/notesSlides/notesSlide4.xml" Id="R805cf2262e4b40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482f0d69b4403" /><Relationship Type="http://schemas.openxmlformats.org/officeDocument/2006/relationships/image" Target="/ppt/media/image6.png" Id="R360a79fb69d043f1" /><Relationship Type="http://schemas.openxmlformats.org/officeDocument/2006/relationships/notesSlide" Target="/ppt/notesSlides/notesSlide5.xml" Id="R0986fb105eac4d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f8739c4aa45e2" /><Relationship Type="http://schemas.openxmlformats.org/officeDocument/2006/relationships/image" Target="/ppt/media/image7.png" Id="R92c1e96498b24f91" /><Relationship Type="http://schemas.openxmlformats.org/officeDocument/2006/relationships/notesSlide" Target="/ppt/notesSlides/notesSlide6.xml" Id="Rcf92a578a50249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9732c892a4113" /><Relationship Type="http://schemas.openxmlformats.org/officeDocument/2006/relationships/image" Target="/ppt/media/image8.png" Id="R229772d6d76f4285" /><Relationship Type="http://schemas.openxmlformats.org/officeDocument/2006/relationships/notesSlide" Target="/ppt/notesSlides/notesSlide7.xml" Id="Rf784c6abbcaa42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76d747f104a89" /><Relationship Type="http://schemas.openxmlformats.org/officeDocument/2006/relationships/image" Target="/ppt/media/image9.png" Id="Rfdb3dade7b8d48a1" /><Relationship Type="http://schemas.openxmlformats.org/officeDocument/2006/relationships/image" Target="/ppt/media/image10.png" Id="R129038fa2c0040b1" /><Relationship Type="http://schemas.openxmlformats.org/officeDocument/2006/relationships/notesSlide" Target="/ppt/notesSlides/notesSlide8.xml" Id="Raaa475c5b80942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83C2B3-E291-48D8-8C2F-C7860ACB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B6A1E8-35D9-4E6D-89EC-A4B1E28A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e7d0a8d89b45b6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187EB-0EDE-4784-A100-66E24554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C7EBC-6675-49E0-B73B-215F4CD5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AABFC-375A-4C82-BDD7-91EF7E2F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884043-15A3-40E3-AEA9-EC53EF60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545DA-F93E-4C6C-A922-07A1ED10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A7A10-92B6-4A27-AE01-AE3CF0FD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3F60FC-06B4-4D1F-90C0-0FB2EB33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111EB-BDDA-47BD-8311-72B63D99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2D125E-631C-4FED-A911-7E7A0AA3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DC24CA-CFD2-4FE8-B900-631ED872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dc9bcf6f0482a"/>
          <a:srcRect xmlns:a="http://schemas.openxmlformats.org/drawingml/2006/main" l="5453" t="0" r="54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BFAB7-7640-4F44-B6F6-87F1246C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F3E87D-15FD-41AA-876F-5886B053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1233013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F66DAF-870D-4A84-BFAD-9D2FC24C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4c7862970492a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49023-FB82-4DF4-AE0A-B72675C1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7F1A1-DA1C-4AF6-A402-3D97956E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38AC5-EB78-40E0-AA88-C9D10A61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334BF-C046-4C53-AD73-B5F1892F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5F58B-2B18-4D48-8A9B-A343BBC0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1FA33-9DE5-483E-B1AE-AE3F8102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69965-CF01-4621-943F-9A707995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6A1E03-4640-4953-AABE-076F253D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F5FF8-58E1-4CAB-AE01-5AC42458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DC487-E1DE-487E-A835-E789829D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B8C540-5EC3-4621-AA05-8FEDD6DD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FCE3B-CE69-492A-A4C8-75142C59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A63AE6-2633-49B9-80A4-0E13E9D2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DF38BC-3F17-4E11-A0B5-45FF8824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A157CD-0A37-4F36-A243-B281A33C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D7742-614D-44AD-A367-8C310BE8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21ECA-6B46-4864-9DA4-7C299FDF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6861877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8E6AD4-5CBE-46DB-A78D-0636A3E4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9dd34c6ef74b57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3D8B9-FB05-4E39-953A-3070CE57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25DD4-7885-4F45-9C99-69CF0E81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72D21-E350-4888-B606-F9A8E5BB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79E2F9-D017-4757-B13A-E799FA3C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3B7D0-C85A-4428-AB23-461095B9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9E551-F7C1-48C0-8497-494E07FB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1B8F6-913E-4C02-A39E-32C3B782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2970EB-6B63-4F8A-A639-44FA6BF9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329963-EE78-4B00-9ACA-4F1C4FA0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1E4A7-3C24-4E49-8FC3-920CE0DE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C009AB-AC33-4264-9D70-2C20E840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9C28F6-D12D-4B8B-B61E-481E5B10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061253-0651-4B71-AA99-CB2A3053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8E60F1-A6C0-4C29-914D-4A2480DC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3A2A1-1124-4C1C-83B3-7714F840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DF9ADF-AFA1-47E6-87C0-82FC60C2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39149-5377-4027-9E9C-07BDD511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60C82-A9AE-4C0C-B958-4D6D98E3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DD531-28C8-402B-875B-386F30BB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C389-E76F-4260-A271-B29DF2AB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088CF2-B020-4995-AF5D-000522FE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A71A3D-D8DB-4330-9E0D-9E3B0C38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7738-0381-4F3E-85F1-75F85421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63596A-048D-4367-816F-EFAE260B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B68291-5C89-4464-9F97-1307725E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3A2F74-2D9E-415B-BEF4-A60C166C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1086FB-ECEB-4AE6-B97A-F7B6945A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D6814B-EA2B-4E48-B5C3-8C0A168F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F0550F-CF12-499C-A694-D0101185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491790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72AB02-EA51-4572-A088-7A1E4EF8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5a15b57ca4b63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1C61B-9757-463D-AEB9-C6A338B4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B5DD1-CA08-4532-B016-6C973A4B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7DF13-C141-4C9F-A720-32E37716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931BC-A6AD-4EC4-85C5-E9F24754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E5011-0D58-4CEB-AB74-AF7464BD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377925-34DD-461A-A63C-0A54CD64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513A55-0690-4F2E-9C04-DCE50F08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CDC1D4-F219-4B68-8F93-BCBCFB69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0C6BE6-B9E9-4798-918D-81C17687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CA73A9-AB09-4D95-B13A-F69B38E9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61EA99-53F3-4F76-B8D9-BC22855F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9AE20C-0E20-4A02-95AC-0099F701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CC43A-8E4E-46E6-A6A0-42A19335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BB27A1-E405-4A15-A467-85CAE065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C0E81-B012-4124-8685-CA9D5C0F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6E3828-65ED-4069-86AF-86B2C7DC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B13135-4465-46CE-9733-558C4A2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12B236-5DBB-4A7E-900E-6B2D1DEC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C6466F-71C7-4BD9-8817-125B8737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A7F8F8-66EE-412A-AB62-22753975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FDD44-15D6-418D-8244-47AB1B23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39B17F-5EDD-4C12-8B02-9D0E959A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04100F-F4E8-464C-8B37-C99AE8BD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83A435-FD20-4838-9191-898CB6F8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1790DF-B493-48F9-9D08-0C6D67D9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7FBF37-D54B-4433-B6DD-9F19D34C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158CD2-92FB-4BAB-A725-AD284F85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5D87C3-B305-457F-9945-FA08223F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3CB388-399B-495B-BDC6-27E8157F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6749D3-572E-40D2-9644-E474465F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B493BF-F12E-4091-925B-06958824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A1F972-E450-4CD7-9163-A6F80657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21030990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C74C2B-8144-4975-B0B9-D713DB66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a79fb69d043f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4FB033-0D24-45E8-B5A0-1A7EB6A1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52ECD-61C6-4D3C-B935-CB862851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19392-A9AF-493F-A2B8-7BED52D8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9AD7C-D649-4D6E-881D-A28014F2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A28FF-984C-4F91-A560-D551FFFD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EF57C-EB40-43E3-BB9E-E0C919ED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C9152-60C3-4006-B806-67EBCD7E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FEF1A-9E73-4339-AAC2-0C00702D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AF9F0-7CA4-4C78-A27D-16D399A1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39A0C-4DD9-44D9-91C2-A8E936A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E16A23-E63A-4028-BC23-A50C9269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803101-18F9-4D3B-88ED-FA785890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F84F6-A658-413A-AF52-233B66EC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A40E5D-C2AE-4401-AE49-53E90719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110E8A-37FF-4EF9-B55E-B05FFD4E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D9371-8092-4E5D-8CC8-02ECE06B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9A6FE1-89A0-407B-9A7D-B4209FB4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977473-C5DA-4522-98D6-CB579F44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A3F17B-634F-4FE3-AB54-3517A410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C304E8-ABB9-47E6-BF17-8016C342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20880D-0B3F-4E47-B4CD-7A982747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9D8D99-4A89-4D00-90AA-3090EDF6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92B6B7-437F-4080-81D6-268C7896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ADE089-7F7E-471E-AF03-DBE5C537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BE0072-7DFB-42B8-8967-C35566E9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D2529C-BB71-4767-821A-606010A6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16D93E-23AB-41F0-BF05-07797AA6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7CFFEE-0B42-4A9C-8C03-5F5ADFBE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FD0D97-B190-46B0-901E-2F55012E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2EA1BD-7D25-4531-98BF-8610AE14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B772CF-B276-486F-9724-C4CA9904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F4A6D7-C8A2-4FB3-8919-C1AB1E09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38313B-939E-4F1A-9CD4-1422E367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D76F82-6A7B-4959-B3F4-9B4722FD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E69759-97F7-407C-9A4B-E110616E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6BF3CB-DE81-4237-A513-5FB6E032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53093B-6DE2-4706-8669-DB62F666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5A1433-6DDD-4965-87C5-B6959DBD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13CA329-76BA-4A38-A33B-49A23F0F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36DEA6-F0C0-405F-A5B3-796E44E2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4155C9-5E7B-41B6-AF62-C19F8DE4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7527697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363A23-1DF3-4820-99CD-C7C52A6A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1e96498b24f9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2A66EE-D90A-49DB-9D37-A259B17F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19D61-8CA6-43F6-A885-DE3162B8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BB227-A69E-48CB-8D78-B26E9E0A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26491-58FF-4247-9C4D-F61356AF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87260D-9AF4-4292-82AF-EBB7A0AF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4F8F33-F3EE-4E83-A12D-0F78022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33AD31-05CC-46F0-93C1-BE9149BF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30796-74B5-40B1-A211-2E726327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574A02-4F4F-4225-ABBA-9324F1B8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E618BE-C6F6-4542-8C32-AC80D32E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4E0DE-521B-412E-9EA7-37A5FDD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408D41-DF33-48FE-962C-564122DF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9E5832-DBC5-4C3B-BD69-22A08A31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F79407-22BA-4671-B014-708AAC29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FBA092-4E75-4664-8BCD-F2D61F9E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8761AB-9A9D-4449-80C6-C600AE22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AE3DE8-73B3-4483-96DC-F4DB2CE5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592F0A-4372-45FC-BC3F-F8FFD547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B54C01-4D3D-495A-835B-0D28779D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C1C69E-55BF-4CF8-A7A5-251DEF16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2AB903-C74A-4B8B-94BB-469CCAB9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A7C62C-B931-43E4-90DD-64F31432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145F25-1C39-4684-803A-4AF0E521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0E1765-7CA2-4BD7-ACB5-05C06251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FD10D3-1043-4FC5-9DF1-F7C40D34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A1D5F6-3FF1-4168-B07E-E8189C4D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1CEA8C-0984-4E69-B2D6-8D33F83C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1F818E-32FC-4C49-8440-424920B6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AB91CB-566C-4572-95BA-5674B734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5BFA46-6673-4A01-8FF0-8086DAF0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B3DF3D-E7D4-4910-8E54-655A8DFB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72638B-A667-43A4-94A0-6F5BF9AA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4F55DA-D77B-483D-96E6-500C9610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6EB3B3-F9A9-4FA3-B071-0FA0185D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19BF4D-0A89-45FD-924D-782E71E2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BD62D4-95E0-4973-85ED-06FEE952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AC37D1E-A3A9-4B1D-9043-B0148D92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366E6E-577E-424E-B06D-72B0884B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57304A-ADB8-4DDA-B453-B82291A7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BE944-E802-42A5-BEDB-E6FDC2B9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D3A4A9-F546-4258-97FA-476CCF26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6387695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0819F5-2A8F-4F4D-BC89-F0A137FD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9772d6d76f4285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4E9FEE-FD09-4737-932D-9054AA9B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95C3D-42C3-4B8E-AE0C-DCF292E7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06848-5E39-47EE-AEA5-C8EAE4AF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EA665-8F55-43C6-BB28-C8F254DC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28B4A-6B8E-485D-AB3F-900165E7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E602D-BBD0-4F55-A0F1-1DC2F91D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061E7-22E9-4E8A-BF0C-97C05CC8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4286E8-A97E-409F-A664-0B0CAFDD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911832-8980-4F17-82B4-1CBC1871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353DF3-D1B8-4709-AF95-E76A8CE0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1CE3B-D073-4384-ACC9-16B2BD04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99A93F-D4F5-4530-88FC-B90655AB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776E9-B415-4414-B7D6-53C7591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CFCF11-8D14-4AA2-A498-3CA41989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E009BE-292F-4A35-A4A5-362E91A2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AB5932-C33D-4593-8AD4-04D67FCD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6FDD04-3908-450D-9D1B-1E587473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B5E38-A810-4195-A010-B193756E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36F61F-412A-40FA-A00E-9A6E7902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F1B06B-E448-4EB0-9F34-CA24CC90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294517-5A25-4319-B52F-1390EC18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DE1D28-32DB-4D08-A7A7-EE7302DA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BADBA2-5F5F-4E11-A7F1-48EA0A8A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55131C-2885-479A-AF0C-2A76733B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F1F44-1E4D-4581-BD80-29841829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0D8911-BFD7-4410-9139-0A195745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57F998-C56D-4737-AA30-C45D61F9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5D2200-BB0C-4D87-8550-4A344497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71E56E-4239-40C2-BF4E-88831C7C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9875052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5BFBCA-4527-49FE-BE23-26ABD45E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3dade7b8d48a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CFE41-D00E-4F1C-AD70-0EB8C29E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8B6D1-42A4-4831-BB5D-8FEBA5D0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907F74-CA6A-4F07-B308-DE024C3B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D9366F-C6AA-4306-9AC5-7A2FC687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3DD6F-A36F-42D6-AECA-0C07ED07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28C12-FA33-49F4-9C85-FA3C4B37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3E676-B2A4-4C72-9B83-EA965BA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CB055-A031-4CAF-AD0F-D4276354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0FD992-737B-479A-8707-57EB137B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F8BADD-C804-4F00-8F6E-EE2DE55D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C08689-8264-440C-B3EB-1A30EB02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03214-1023-41DE-94AD-95C90412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4C838-D699-4A29-806F-513BE24F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D3111F-705F-4437-9A0F-9F0A92E8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E05929-7E37-4D58-8B1B-5DB21245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145E9D-9FA3-407A-A6FD-92329F9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AA1801-2C9D-4D9F-BD93-D9B5362F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B72C0C-02AF-40CE-BF1F-AB617D57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B4A62-572A-4BCF-A11D-B702DE8C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038fa2c0040b1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178F05-E474-4280-AB93-2CE369D4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6D936B-022C-4253-8E76-A96EB71A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5F745C-17BA-4F85-BA32-ED5CBFEF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10287422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2026-07-17T06:30:12.8400000Z</dcterms:created>
  <dcterms:modified xsi:type="dcterms:W3CDTF">2026-07-17T06:30:12.8400000Z</dcterms:modified>
</coreProperties>
</file>