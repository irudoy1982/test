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ae86b800e7e43d2" /><Relationship Type="http://schemas.openxmlformats.org/officeDocument/2006/relationships/extended-properties" Target="/docProps/app.xml" Id="R3a3d10dda2b246d2" /><Relationship Type="http://schemas.openxmlformats.org/officeDocument/2006/relationships/officeDocument" Target="/ppt/presentation.xml" Id="R314709085fe24c1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1dde32025024150"/>
  </p:sldMasterIdLst>
  <p:notesMasterIdLst>
    <p:notesMasterId xmlns:r="http://schemas.openxmlformats.org/officeDocument/2006/relationships" r:id="R9ced71cf198e40f8"/>
  </p:notesMasterIdLst>
  <p:sldIdLst>
    <p:sldId xmlns:r="http://schemas.openxmlformats.org/officeDocument/2006/relationships" id="256" r:id="Rc60936aadbf64464"/>
    <p:sldId xmlns:r="http://schemas.openxmlformats.org/officeDocument/2006/relationships" id="257" r:id="R3bdeaf6b16c747b9"/>
    <p:sldId xmlns:r="http://schemas.openxmlformats.org/officeDocument/2006/relationships" id="258" r:id="R67dc3e26595048d6"/>
    <p:sldId xmlns:r="http://schemas.openxmlformats.org/officeDocument/2006/relationships" id="259" r:id="Rf4398af4e5274f2a"/>
    <p:sldId xmlns:r="http://schemas.openxmlformats.org/officeDocument/2006/relationships" id="260" r:id="Re9979d1892494353"/>
    <p:sldId xmlns:r="http://schemas.openxmlformats.org/officeDocument/2006/relationships" id="261" r:id="R99a4a714c4f64654"/>
    <p:sldId xmlns:r="http://schemas.openxmlformats.org/officeDocument/2006/relationships" id="262" r:id="R2521038e76ed463d"/>
    <p:sldId xmlns:r="http://schemas.openxmlformats.org/officeDocument/2006/relationships" id="263" r:id="R3da430677aa24f7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cefcda7f6c6494f" /><Relationship Type="http://schemas.openxmlformats.org/officeDocument/2006/relationships/slideMaster" Target="/ppt/slideMasters/slideMaster1.xml" Id="R11dde32025024150" /><Relationship Type="http://schemas.openxmlformats.org/officeDocument/2006/relationships/notesMaster" Target="/ppt/notesMasters/notesMaster1.xml" Id="R9ced71cf198e40f8" /><Relationship Type="http://schemas.openxmlformats.org/officeDocument/2006/relationships/presProps" Target="/ppt/presProps.xml" Id="Rfb9719e908ad4d6b" /><Relationship Type="http://schemas.openxmlformats.org/officeDocument/2006/relationships/tableStyles" Target="/ppt/tableStyles.xml" Id="Rd685b1de6acb4d0e" /><Relationship Type="http://schemas.openxmlformats.org/officeDocument/2006/relationships/slide" Target="/ppt/slides/slide1.xml" Id="Rc60936aadbf64464" /><Relationship Type="http://schemas.openxmlformats.org/officeDocument/2006/relationships/slide" Target="/ppt/slides/slide2.xml" Id="R3bdeaf6b16c747b9" /><Relationship Type="http://schemas.openxmlformats.org/officeDocument/2006/relationships/slide" Target="/ppt/slides/slide3.xml" Id="R67dc3e26595048d6" /><Relationship Type="http://schemas.openxmlformats.org/officeDocument/2006/relationships/slide" Target="/ppt/slides/slide4.xml" Id="Rf4398af4e5274f2a" /><Relationship Type="http://schemas.openxmlformats.org/officeDocument/2006/relationships/slide" Target="/ppt/slides/slide5.xml" Id="Re9979d1892494353" /><Relationship Type="http://schemas.openxmlformats.org/officeDocument/2006/relationships/slide" Target="/ppt/slides/slide6.xml" Id="R99a4a714c4f64654" /><Relationship Type="http://schemas.openxmlformats.org/officeDocument/2006/relationships/slide" Target="/ppt/slides/slide7.xml" Id="R2521038e76ed463d" /><Relationship Type="http://schemas.openxmlformats.org/officeDocument/2006/relationships/slide" Target="/ppt/slides/slide8.xml" Id="R3da430677aa24f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8b531ac6416489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2f4eb349b4b4b70" /><Relationship Type="http://schemas.openxmlformats.org/officeDocument/2006/relationships/notesMaster" Target="/ppt/notesMasters/notesMaster1.xml" Id="Rb34c1ac37fb642d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40e9ac2b5194c8a" /><Relationship Type="http://schemas.openxmlformats.org/officeDocument/2006/relationships/notesMaster" Target="/ppt/notesMasters/notesMaster1.xml" Id="R5b1087c77e10448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e78972b39154c9c" /><Relationship Type="http://schemas.openxmlformats.org/officeDocument/2006/relationships/notesMaster" Target="/ppt/notesMasters/notesMaster1.xml" Id="R7f42dd03622b4d6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abb0205ca5840d8" /><Relationship Type="http://schemas.openxmlformats.org/officeDocument/2006/relationships/notesMaster" Target="/ppt/notesMasters/notesMaster1.xml" Id="Rf0a7b5dd3266486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8755a0726634969" /><Relationship Type="http://schemas.openxmlformats.org/officeDocument/2006/relationships/notesMaster" Target="/ppt/notesMasters/notesMaster1.xml" Id="R78ed8ce1e5114f2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a0a716ec85545e5" /><Relationship Type="http://schemas.openxmlformats.org/officeDocument/2006/relationships/notesMaster" Target="/ppt/notesMasters/notesMaster1.xml" Id="R5e443d4539a644c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974248e083f449d" /><Relationship Type="http://schemas.openxmlformats.org/officeDocument/2006/relationships/notesMaster" Target="/ppt/notesMasters/notesMaster1.xml" Id="R220933d584954be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b063e22d29e40e3" /><Relationship Type="http://schemas.openxmlformats.org/officeDocument/2006/relationships/notesMaster" Target="/ppt/notesMasters/notesMaster1.xml" Id="R2990fbf1c42e4c4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00fb48763c4c3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a6b67f8b5674014" /><Relationship Type="http://schemas.openxmlformats.org/officeDocument/2006/relationships/slideLayout" Target="/ppt/slideLayouts/slideLayout1.xml" Id="R1d5753c8684e475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d5753c8684e475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1176fe496245d5" /><Relationship Type="http://schemas.openxmlformats.org/officeDocument/2006/relationships/image" Target="/ppt/media/image.png" Id="R2e93d92b7bea46a4" /><Relationship Type="http://schemas.openxmlformats.org/officeDocument/2006/relationships/image" Target="/ppt/media/image2.png" Id="Rf7374e47715143e7" /><Relationship Type="http://schemas.openxmlformats.org/officeDocument/2006/relationships/notesSlide" Target="/ppt/notesSlides/notesSlide1.xml" Id="Rd19f1762a6914fd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ff17b6ab3249ab" /><Relationship Type="http://schemas.openxmlformats.org/officeDocument/2006/relationships/image" Target="/ppt/media/image3.png" Id="R995c866f65c14d18" /><Relationship Type="http://schemas.openxmlformats.org/officeDocument/2006/relationships/notesSlide" Target="/ppt/notesSlides/notesSlide2.xml" Id="Rd7ffa49c67be452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1bd2fe05244ba8" /><Relationship Type="http://schemas.openxmlformats.org/officeDocument/2006/relationships/image" Target="/ppt/media/image4.png" Id="R91c91d82644c404c" /><Relationship Type="http://schemas.openxmlformats.org/officeDocument/2006/relationships/notesSlide" Target="/ppt/notesSlides/notesSlide3.xml" Id="Rd7c4a804dd79457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d248ee7b8e46aa" /><Relationship Type="http://schemas.openxmlformats.org/officeDocument/2006/relationships/image" Target="/ppt/media/image5.png" Id="R17c0a79415d24742" /><Relationship Type="http://schemas.openxmlformats.org/officeDocument/2006/relationships/notesSlide" Target="/ppt/notesSlides/notesSlide4.xml" Id="R626cc04847c2426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61ee3aeebb4e24" /><Relationship Type="http://schemas.openxmlformats.org/officeDocument/2006/relationships/image" Target="/ppt/media/image6.png" Id="R749d38f8876c42f1" /><Relationship Type="http://schemas.openxmlformats.org/officeDocument/2006/relationships/notesSlide" Target="/ppt/notesSlides/notesSlide5.xml" Id="Rcbcf81fe2a9c4b0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2cea335bb546e8" /><Relationship Type="http://schemas.openxmlformats.org/officeDocument/2006/relationships/image" Target="/ppt/media/image7.png" Id="R3fa5491773bd4a67" /><Relationship Type="http://schemas.openxmlformats.org/officeDocument/2006/relationships/notesSlide" Target="/ppt/notesSlides/notesSlide6.xml" Id="Rb56db970db74435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83d01d777641b4" /><Relationship Type="http://schemas.openxmlformats.org/officeDocument/2006/relationships/image" Target="/ppt/media/image8.png" Id="R0af8997e22fa4aee" /><Relationship Type="http://schemas.openxmlformats.org/officeDocument/2006/relationships/notesSlide" Target="/ppt/notesSlides/notesSlide7.xml" Id="R6cefe2db3c704b0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deeaa72aba48cf" /><Relationship Type="http://schemas.openxmlformats.org/officeDocument/2006/relationships/image" Target="/ppt/media/image9.png" Id="R89286b4d032c47cb" /><Relationship Type="http://schemas.openxmlformats.org/officeDocument/2006/relationships/image" Target="/ppt/media/image10.png" Id="R188b775082614d2f" /><Relationship Type="http://schemas.openxmlformats.org/officeDocument/2006/relationships/notesSlide" Target="/ppt/notesSlides/notesSlide8.xml" Id="R9bea8f6cd2254c1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7FF487E-1EDD-4DBE-B33A-36A650EFF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00005D-DCE7-4192-97A3-5973CF06A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0"/>
            <a:ext cx="7067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B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93d92b7bea46a4"/>
          <a:stretch xmlns:a="http://schemas.openxmlformats.org/drawingml/2006/main"/>
        </p:blipFill>
        <p:spPr>
          <a:xfrm xmlns:a="http://schemas.openxmlformats.org/drawingml/2006/main">
            <a:off x="729419" y="523875"/>
            <a:ext cx="2294012" cy="8572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FBA393-6477-4AB0-BA35-F671E49EF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ЭКСПЕРТНЫЙ АУДИТ ИТ И ИБ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D911BE-147C-4554-BC4F-2D9775BE7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6000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61616"/>
                </a:solidFill>
              </a:defRPr>
            </a:pPr>
            <a:r>
              <a:rPr sz="3750" b="1">
                <a:solidFill>
                  <a:srgbClr val="161616"/>
                </a:solidFill>
              </a:rPr>
              <a:t>{{COMPANY}}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8874B8-8CEF-43E4-A76E-8DB575963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67085"/>
                </a:solidFill>
              </a:defRPr>
            </a:pPr>
            <a:r>
              <a:rPr sz="1650">
                <a:solidFill>
                  <a:srgbClr val="667085"/>
                </a:solidFill>
              </a:rPr>
              <a:t>{{INDUSTRY}}  •  {{CITY}}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B92A24-4EFC-4083-9424-D8BE6D475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14875"/>
            <a:ext cx="1809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73DC4C-5498-4F8F-A57C-507EC6E93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76800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Зрелость ИТ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B1E50C-8F8F-44A2-A24C-2877E5810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53025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{{IT_SCORE}}%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D0DB36-B30F-41D9-BDD4-71F9C919D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714875"/>
            <a:ext cx="1809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EA07F1-F7F9-465C-A395-910C60A56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876800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Зрелость ИБ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1FFB3C-E49A-4624-9597-B79E16DB1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153025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{{SCORE}}%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AFF6BB-60C5-47EB-9210-4C9ECA5B0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51625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{{DATE}}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374e47715143e7"/>
          <a:srcRect xmlns:a="http://schemas.openxmlformats.org/drawingml/2006/main" l="5453" t="0" r="545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96150" y="0"/>
            <a:ext cx="4895850" cy="6858000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084D76-9DB0-4A09-938B-44CE1C53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7C8587-B886-4658-8C53-845C1D35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67085"/>
                </a:solidFill>
              </a:defRPr>
            </a:pPr>
            <a:r>
              <a:rPr sz="1050" b="1">
                <a:solidFill>
                  <a:srgbClr val="667085"/>
                </a:solidFill>
              </a:rPr>
              <a:t>by Ivan Rudoy</a:t>
            </a:r>
          </a:p>
        </p:txBody>
      </p:sp>
    </p:spTree>
    <p:extLst>
      <p:ext uri="{BB962C8B-B14F-4D97-AF65-F5344CB8AC3E}">
        <p14:creationId xmlns:p14="http://schemas.microsoft.com/office/powerpoint/2010/main" val="131626315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703F741-7B43-457F-949B-5790C52D0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5c866f65c14d18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CEA233-8FFE-4D20-B41D-689025DD0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Главный вывод аудита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2FC9AF-8210-4F28-9A88-6384FC72E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D0E841-1E58-496A-BD9F-2383F6CB0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DFB2C6-647A-440D-A993-3D36F30A1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C2A410-87E6-488A-9516-FC245E1E9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46937F-5242-4BEC-B69D-7CEA0E72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648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F6412"/>
                </a:solidFill>
              </a:defRPr>
            </a:pPr>
            <a:r>
              <a:rPr sz="2100" b="1">
                <a:solidFill>
                  <a:srgbClr val="FF6412"/>
                </a:solidFill>
              </a:rPr>
              <a:t>{{SUMMARY_TITLE}}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5DE043-91A8-45DA-9B05-D64A79DA9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06FE7A-3C92-4FFF-B28D-1C52FB1AD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3431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{{SUMMARY_1}}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228556-943C-4A94-8685-C4EA4D294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242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0618A6-5594-4B85-98FF-FE7404FC4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90ED7B-7B42-4BF2-9E3C-C4D41C7BC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956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{{SUMMARY_2}}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7117F1-F7FF-4F5E-90A5-22789A2E4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276E43-4BFF-4690-94BD-9969CE6F7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43F487-8FCC-437E-916A-3ED6FAB44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481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{{SUMMARY_3}}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0D81B0-A567-4946-A2D3-800550AD9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292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EC4666-549E-4982-BF6A-F331E39E7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DDFDA5-8D86-424B-9F32-8E9F6F92F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006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{{SUMMARY_4}}</a:t>
            </a:r>
          </a:p>
        </p:txBody>
      </p:sp>
    </p:spTree>
    <p:extLst>
      <p:ext uri="{BB962C8B-B14F-4D97-AF65-F5344CB8AC3E}">
        <p14:creationId xmlns:p14="http://schemas.microsoft.com/office/powerpoint/2010/main" val="14262134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FA90AB5-46DD-4AF5-8BC1-13CD84153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c91d82644c404c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285644-933D-4E72-90B7-6589E2184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Контекст инфраструктуры определяет приоритеты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27CF31-9C75-4E3E-B4DC-4A0CD8833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A67796-A4D7-4402-95C5-3882C47D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8F315B-1FBC-489C-8ED8-F2078407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7FA5F5-88C3-46B5-9C15-EDA04CF96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76305E-DE07-4D24-8F4D-C0ECA54E5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9525">
            <a:solidFill>
              <a:srgbClr val="FF641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5B7C89-35F7-43F3-84E5-4ADA64E83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{{USERS}}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063CEC-061C-4335-B97B-12CD03800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FFFFFF"/>
                </a:solidFill>
              </a:defRPr>
            </a:pPr>
            <a:r>
              <a:rPr sz="1125">
                <a:solidFill>
                  <a:srgbClr val="FFFFFF"/>
                </a:solidFill>
              </a:rPr>
              <a:t>рабочих мест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E75039-4B66-49B4-9508-696130663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E808D8-AADB-4370-A2E9-39A41BA13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61616"/>
                </a:solidFill>
              </a:defRPr>
            </a:pPr>
            <a:r>
              <a:rPr sz="2400" b="1">
                <a:solidFill>
                  <a:srgbClr val="161616"/>
                </a:solidFill>
              </a:rPr>
              <a:t>{{SERVERS}}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78454E-03CF-412C-80E9-5B4943700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серверов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8F5E98-7D7C-406F-A401-A33592E2C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62549A-A554-48F5-A325-B272B54B1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61616"/>
                </a:solidFill>
              </a:defRPr>
            </a:pPr>
            <a:r>
              <a:rPr sz="2400" b="1">
                <a:solidFill>
                  <a:srgbClr val="161616"/>
                </a:solidFill>
              </a:rPr>
              <a:t>{{PUBLIC}}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2BC34C-EF62-48E2-9618-04CF4CA8E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публичные сервисы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49E5AC-55CB-4271-B828-8A22EE380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BFED2A-9876-4FA1-9DC0-17CE9F5F3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61616"/>
                </a:solidFill>
              </a:defRPr>
            </a:pPr>
            <a:r>
              <a:rPr sz="2400" b="1">
                <a:solidFill>
                  <a:srgbClr val="161616"/>
                </a:solidFill>
              </a:rPr>
              <a:t>{{BUSINESS}}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23DF8C-678D-46F4-994E-F74C8B203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бизнес-системы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6E4755-E1EF-4842-A3BD-BD1F05938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412"/>
                </a:solidFill>
              </a:defRPr>
            </a:pPr>
            <a:r>
              <a:rPr sz="1350" b="1">
                <a:solidFill>
                  <a:srgbClr val="FF6412"/>
                </a:solidFill>
              </a:rPr>
              <a:t>Профиль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325DE6-B211-4318-AC7C-274B88002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43300"/>
            <a:ext cx="106489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</a:defRPr>
            </a:pPr>
            <a:r>
              <a:rPr sz="1500" b="1">
                <a:solidFill>
                  <a:srgbClr val="161616"/>
                </a:solidFill>
              </a:rPr>
              <a:t>{{PROFILE}}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14DC28-6CDA-430A-A75B-6A07C561D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672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412"/>
                </a:solidFill>
              </a:defRPr>
            </a:pPr>
            <a:r>
              <a:rPr sz="1350" b="1">
                <a:solidFill>
                  <a:srgbClr val="FF6412"/>
                </a:solidFill>
              </a:rPr>
              <a:t>Что это означает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F55C08-CC05-4CB5-AE14-61A71BD2F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67300"/>
            <a:ext cx="106489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61616"/>
                </a:solidFill>
              </a:defRPr>
            </a:pPr>
            <a:r>
              <a:rPr sz="1425">
                <a:solidFill>
                  <a:srgbClr val="161616"/>
                </a:solidFill>
              </a:rPr>
              <a:t>{{PROFILE_IMPLICATION}}</a:t>
            </a:r>
          </a:p>
        </p:txBody>
      </p:sp>
    </p:spTree>
    <p:extLst>
      <p:ext uri="{BB962C8B-B14F-4D97-AF65-F5344CB8AC3E}">
        <p14:creationId xmlns:p14="http://schemas.microsoft.com/office/powerpoint/2010/main" val="213128467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E47A20-9F09-4BF1-A6EB-144846731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c0a79415d24742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27455C-8ACA-4712-9BF0-52C47A9A1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Четыре риска требуют управленческого внимания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8D0DC8-E0F1-4622-8788-2C87C89CF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8D532A-D708-467E-B26D-9E34572F1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15619F-F69F-4037-8B8B-6A5E6BFA5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FC81BF-E115-4952-B215-4016C01B4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31CDC4-0F78-4C62-9439-E14669820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477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B42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9FCBFC-D4C2-49CC-A2ED-E9EB85AEB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049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{{RISK_1_LEVEL}}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3243E8-1482-42AF-88E4-D49594B78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409700"/>
            <a:ext cx="3905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</a:defRPr>
            </a:pPr>
            <a:r>
              <a:rPr sz="1500" b="1">
                <a:solidFill>
                  <a:srgbClr val="161616"/>
                </a:solidFill>
              </a:rPr>
              <a:t>{{RISK_1_TITLE}}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9CB64C-58BB-4EFD-933A-53C9B7673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8097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7085"/>
                </a:solidFill>
              </a:defRPr>
            </a:pPr>
            <a:r>
              <a:rPr sz="1200">
                <a:solidFill>
                  <a:srgbClr val="667085"/>
                </a:solidFill>
              </a:rPr>
              <a:t>{{RISK_1_IMPACT}}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E44112-589C-4C0B-B11B-8BB41EB14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47650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F3EBD9-14F5-44C2-B770-80B72654A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09850"/>
            <a:ext cx="10477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D9480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1EBA44-5AA2-42D1-AB4C-81528A981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0512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{{RISK_2_LEVEL}}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471DD7-0CCB-4EBF-9DEC-F0B44CF6C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609850"/>
            <a:ext cx="3905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</a:defRPr>
            </a:pPr>
            <a:r>
              <a:rPr sz="1500" b="1">
                <a:solidFill>
                  <a:srgbClr val="161616"/>
                </a:solidFill>
              </a:rPr>
              <a:t>{{RISK_2_TITLE}}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2C8138-B295-4520-8BE9-7CFAAADC6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0099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7085"/>
                </a:solidFill>
              </a:defRPr>
            </a:pPr>
            <a:r>
              <a:rPr sz="1200">
                <a:solidFill>
                  <a:srgbClr val="667085"/>
                </a:solidFill>
              </a:rPr>
              <a:t>{{RISK_2_IMPACT}}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3FDF59-602A-4A42-A143-9917C4DE4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6766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826E39-B6B1-46C4-8346-CBCCF00CA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0"/>
            <a:ext cx="10477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E677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35A0DC-224D-4AD5-B330-14E7E3A1A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052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{{RISK_3_LEVEL}}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500B41-290F-4758-A38D-35F780C0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810000"/>
            <a:ext cx="3905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</a:defRPr>
            </a:pPr>
            <a:r>
              <a:rPr sz="1500" b="1">
                <a:solidFill>
                  <a:srgbClr val="161616"/>
                </a:solidFill>
              </a:rPr>
              <a:t>{{RISK_3_TITLE}}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A41AAE-7455-41AD-AA4B-E0EB281A7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21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7085"/>
                </a:solidFill>
              </a:defRPr>
            </a:pPr>
            <a:r>
              <a:rPr sz="1200">
                <a:solidFill>
                  <a:srgbClr val="667085"/>
                </a:solidFill>
              </a:rPr>
              <a:t>{{RISK_3_IMPACT}}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7D107E-9DB0-420F-B2FB-09956C0BE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87680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2CDC60-A00B-42EE-91FC-0A116FC8E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10150"/>
            <a:ext cx="10477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D209F1-3CB3-410A-BF2A-B0421B7D4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0542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{{RISK_4_LEVEL}}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372317-B07A-4A1F-822B-E7105CA1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010150"/>
            <a:ext cx="3905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</a:defRPr>
            </a:pPr>
            <a:r>
              <a:rPr sz="1500" b="1">
                <a:solidFill>
                  <a:srgbClr val="161616"/>
                </a:solidFill>
              </a:rPr>
              <a:t>{{RISK_4_TITLE}}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E24BB5D-E2EB-4343-9490-A952711BB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4102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7085"/>
                </a:solidFill>
              </a:defRPr>
            </a:pPr>
            <a:r>
              <a:rPr sz="1200">
                <a:solidFill>
                  <a:srgbClr val="667085"/>
                </a:solidFill>
              </a:rPr>
              <a:t>{{RISK_4_IMPACT}}</a:t>
            </a:r>
          </a:p>
        </p:txBody>
      </p:sp>
    </p:spTree>
    <p:extLst>
      <p:ext uri="{BB962C8B-B14F-4D97-AF65-F5344CB8AC3E}">
        <p14:creationId xmlns:p14="http://schemas.microsoft.com/office/powerpoint/2010/main" val="95135850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E9E8874-3B1F-40C6-91A7-EB125705F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9d38f8876c42f1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C42AC8-EC58-4B3E-896A-6FF300D7C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ИТ-рекомендации укрепляют управляемость среды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B12D64-90DC-4F5A-992F-22C5C1150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0965DA-6A02-42DE-AE65-568897EC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607864-3DDD-4719-BDEF-509A0CF66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90908E-9E7F-45AD-BB7A-D449E2B52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6E10C9-9205-402F-9881-EC6F89A7B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1707F0-2339-47FB-813C-F77B20179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409700"/>
            <a:ext cx="998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{{IT_1_TITLE}}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71E41C-F3A7-4FE0-A98D-BCCBA8216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704975"/>
            <a:ext cx="998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{{IT_1_ACTION}}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F1E4A9-1678-42A1-B093-E0CDF518D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17170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ADC052-36D0-45FB-92CA-C17E9D28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1526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{{IT_1_SOLUTION}}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3F063B-47E2-4D1F-BAEC-02A9A4D55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1717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604C3A-06EC-4101-B00C-5A05477D6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1526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{{IT_1_VENDORS}}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B56750-D1A7-4953-8801-62C318BCF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52700"/>
            <a:ext cx="9982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8B5AC9-4181-4C0A-B3B6-502B8D95A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ABF8BC-8AE4-431A-8D46-8B64EB4F7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667000"/>
            <a:ext cx="998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{{IT_2_TITLE}}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96B82D-311B-40F8-8D37-FC6D91E5C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962275"/>
            <a:ext cx="998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{{IT_2_ACTION}}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E1F3DC-3D76-4C50-B5CD-BCA6FB7EF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42900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6922C8-0CF9-49DB-9595-D385E33A1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4099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{{IT_2_SOLUTION}}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F05988-062D-4094-8810-2E84C507F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4290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4D2C86-0605-49C1-9F0B-83E1FE22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4099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{{IT_2_VENDORS}}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38CDD5-FD2A-497F-84C7-1FFA23B1C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10000"/>
            <a:ext cx="9982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F0A8EA-6EA3-4CB4-9601-79B582917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691807-DC40-49F1-BC61-0A96117E5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24300"/>
            <a:ext cx="998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{{IT_3_TITLE}}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6BBA60-F91D-41FC-8956-9592D2CF6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19575"/>
            <a:ext cx="998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{{IT_3_ACTION}}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710D0F0-F663-4930-9227-638E32693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68630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ECC9BF8-2FBA-4A5E-AA34-14079C47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6672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{{IT_3_SOLUTION}}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2BF93DF-829F-439A-BFD2-A94DF3219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6863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2065BA6-FAF1-402C-9985-D1E57F969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6672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{{IT_3_VENDORS}}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3DDC19-32F3-4A1B-8774-CEC1A7524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67300"/>
            <a:ext cx="9982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3D6FE82-EF74-42B8-A9C6-BDD6DB33F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BB02F0F-0AA2-4BAE-9D22-8FCB7F446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81600"/>
            <a:ext cx="998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{{IT_4_TITLE}}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5566B89-8515-4ACF-B814-1E6996A5E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476875"/>
            <a:ext cx="998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{{IT_4_ACTION}}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0804563-4AFA-4651-B0F1-491242163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94360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335E42B-06D6-4F2B-9522-A1719CF2B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9245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{{IT_4_SOLUTION}}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5DAF99E-6669-4065-B41B-72826172A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9436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B578F08-068E-4DF4-A27A-8065A34FC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9245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{{IT_4_VENDORS}}</a:t>
            </a:r>
          </a:p>
        </p:txBody>
      </p:sp>
    </p:spTree>
    <p:extLst>
      <p:ext uri="{BB962C8B-B14F-4D97-AF65-F5344CB8AC3E}">
        <p14:creationId xmlns:p14="http://schemas.microsoft.com/office/powerpoint/2010/main" val="45943212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79CE56B-94BA-4766-A488-DFF886D39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a5491773bd4a67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22BCD2-1D3E-4CB7-A2FA-22DA2FD23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ИБ-рекомендации снижают наиболее вероятные риски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685BA6-8F8B-4977-B712-0A33746C6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1D6E67-9146-485C-8373-1EED69B00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4C6D50-076B-4433-974C-FC0CA460C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A3F18C-62C6-4B46-B27B-B8DE1868B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3E90F4-08C1-4FCE-87C1-34E0D6A3F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FEDCE2-081C-425F-8340-4B2141171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409700"/>
            <a:ext cx="998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{{SEC_1_TITLE}}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5D2D07-D6B8-415A-A04A-483AEA3CE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704975"/>
            <a:ext cx="998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{{SEC_1_ACTION}}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ADDD60-F718-4A3C-867B-1B752CE41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17170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D4C989-DDF7-4B0C-AFA6-12F55FEAC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1526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{{SEC_1_SOLUTION}}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4B9C29-867B-4ECF-9ACC-703DCB660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1717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7CB7AE-76EA-47FC-9B5A-06EF00D02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1526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{{SEC_1_VENDORS}}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8D9DD1-051B-471A-963E-882E1A969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52700"/>
            <a:ext cx="9982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81AB0F-C97F-4A70-B078-2A9F260E0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37C848-B070-4255-BF97-0AB986D65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667000"/>
            <a:ext cx="998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{{SEC_2_TITLE}}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2FA649-26CB-47BE-A1E1-B70F5E330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962275"/>
            <a:ext cx="998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{{SEC_2_ACTION}}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2AD0E4-2568-44C1-A089-63CA00510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42900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027A01-0BC1-4144-99A5-11BE97047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4099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{{SEC_2_SOLUTION}}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05F6D0-8EE6-47D2-BD10-1367CF774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4290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3E26FE-ED25-4F79-9A2E-97A3EAA55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4099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{{SEC_2_VENDORS}}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72C1E1-A16F-4B2E-8151-4E6CE98A0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10000"/>
            <a:ext cx="9982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679FD7-BC44-47A4-B610-EEBBC7884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FC1773-B892-45B6-ACFE-30016AE49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24300"/>
            <a:ext cx="998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{{SEC_3_TITLE}}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0BC68D-96C1-4F2D-98AB-99F53D7A8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19575"/>
            <a:ext cx="998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{{SEC_3_ACTION}}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F2788E-701D-42C1-B342-CE471A063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68630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FD67A0-746B-4035-9F96-1A7FEFB9D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6672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{{SEC_3_SOLUTION}}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EABB66-5D66-4FFA-A7E2-3240608FB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6863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E596B57-6C60-408E-81AB-C42514EB5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6672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{{SEC_3_VENDORS}}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0865F4A-37A9-4B66-8FB7-3E994A21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67300"/>
            <a:ext cx="9982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1431341-F1B4-4440-9407-9B9F08B11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4CF72D3-61E0-4EC1-8498-BAC9C7B2D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81600"/>
            <a:ext cx="998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{{SEC_4_TITLE}}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BBAB905-31C7-4E7C-B108-00828317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476875"/>
            <a:ext cx="998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{{SEC_4_ACTION}}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ACE78B0-1C8D-4B47-92FF-FF51C4A57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94360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DB47B3B-6676-4E8A-A7C7-B24EAFC74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9245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{{SEC_4_SOLUTION}}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F2109F6-B35B-4309-996A-762EAA525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9436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4D0672E-8EF5-4853-95BA-684854FD5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9245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{{SEC_4_VENDORS}}</a:t>
            </a:r>
          </a:p>
        </p:txBody>
      </p:sp>
    </p:spTree>
    <p:extLst>
      <p:ext uri="{BB962C8B-B14F-4D97-AF65-F5344CB8AC3E}">
        <p14:creationId xmlns:p14="http://schemas.microsoft.com/office/powerpoint/2010/main" val="57935693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37E29F-2C61-463A-BD39-44A122B88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f8997e22fa4aee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358CA5-0265-4D9B-BB90-4713A53E2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План на 90 дней переводит выводы в действия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644DDC-8239-4006-B875-A6E9BDC70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A2F387-AF61-4B81-A021-1C2E6128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694219-A1E1-4025-9B42-745265D7A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F80CD0-3630-407C-A51B-2A670EA72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A4F72D-13B4-429C-8FE3-5D1FCF4E7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F9B0F5-CD2D-4E76-9BAE-87B450D56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541B2C-9CD6-4393-AE3C-67ED64DA8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0–30 дней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1B10A8-96D5-4E60-A4C3-F44CBC2B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E9BF2E-46A4-4176-A40B-95FD71DDF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{{ROADMAP_1_1}}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C76B52-C369-4F75-AA0B-2486F3BCD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0A5628-FF65-4040-86F8-903AD26E0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61F001-B63F-4FB2-8631-C482637E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{{ROADMAP_1_2}}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F5F9C4-FE11-401D-9DFD-3364283F0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04E6B2-B936-4409-9630-EAE5A7B03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C59F59-747E-4DB4-8779-F3F76AB5C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31–60 дней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7E077B-0909-4526-9B55-6CA568FDE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5C822B-E69B-4819-A87D-EF97D568E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{{ROADMAP_2_1}}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7AB9C1-3329-40E7-8801-C800B4B41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6F6664-DAF3-4475-89AE-3BD2CF888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47F24C-8C9F-40E6-8E5A-C5E6BA4C1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{{ROADMAP_2_2}}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8818F5-7811-4848-BDAB-6B155C510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1D6B65-5BFC-4171-AF56-20874D76E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8481CA-226B-4A75-8C74-56E81F5AF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61–90 дней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CDCE293-FF9F-4874-B972-A779F91E6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4E65F25-4E55-4104-B4E0-D5369B578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{{ROADMAP_3_1}}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BAD827-A5C2-4817-8D72-FBA31330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2FD58FC-8C82-4FE5-ADCF-49211796B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C06354F-EFD6-4017-9849-C30B97D1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{{ROADMAP_3_2}}</a:t>
            </a:r>
          </a:p>
        </p:txBody>
      </p:sp>
    </p:spTree>
    <p:extLst>
      <p:ext uri="{BB962C8B-B14F-4D97-AF65-F5344CB8AC3E}">
        <p14:creationId xmlns:p14="http://schemas.microsoft.com/office/powerpoint/2010/main" val="64350726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ABFF5B5-565A-4980-8E47-226DD44A2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286b4d032c47cb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56C67F-540D-4A46-8612-A7B17A72D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Зафиксируйте решения и следующий шаг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96AA98-4C64-4D3C-9959-9AFD8D59D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266970-0E04-47CE-B1A8-99C45DE2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A4211D-57E1-4CA0-99E3-5E7FC58E1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004E4F-9C0F-4395-8025-9D4EBC4EA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6EB38C-6109-4153-BADB-EAD7FA9B0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85A384-A693-48C6-8190-D63FCBB50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240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{{DECISION_1}}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458661-09ED-4D1A-9083-8A56050E1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39BD80-4727-4581-9F84-3F8CDF21C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289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66F9AF-11A0-4FBC-AC27-50A6A6E12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908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{{DECISION_2}}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CA21D2-2503-4560-9B72-16C10E2B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671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C93F91-1485-4F91-9517-F5C1F6B25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915FF4-35CE-4848-A47C-8027C9DE1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576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{{DECISION_3}}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EEB2FD-F3A0-45C6-8D1B-3A18FC485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339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B58F33-709A-4E8C-9C7F-E5A349A38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9698DC-22EC-4EAF-8D6D-265005503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244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{{DECISION_4}}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B5C3D2-6CE5-4350-A7AE-CA3D45C13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390650"/>
            <a:ext cx="3467100" cy="4705350"/>
          </a:xfrm>
          <a:prstGeom xmlns:a="http://schemas.openxmlformats.org/drawingml/2006/main" prst="roundRect">
            <a:avLst>
              <a:gd name="adj" fmla="val 3297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32004F-604A-4207-BB17-3E9D2306A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5735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1616"/>
                </a:solidFill>
              </a:defRPr>
            </a:pPr>
            <a:r>
              <a:rPr sz="1875" b="1">
                <a:solidFill>
                  <a:srgbClr val="161616"/>
                </a:solidFill>
              </a:rPr>
              <a:t>Хотите получить больше сведений?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81B602-E3C2-4896-BEC9-8EB34F5C1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05050"/>
            <a:ext cx="2781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667085"/>
                </a:solidFill>
              </a:defRPr>
            </a:pPr>
            <a:r>
              <a:rPr sz="1200">
                <a:solidFill>
                  <a:srgbClr val="667085"/>
                </a:solidFill>
              </a:rPr>
              <a:t>Обсудим приоритеты, варианты решений и практический план внедрения.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8b775082614d2f"/>
          <a:stretch xmlns:a="http://schemas.openxmlformats.org/drawingml/2006/main"/>
        </p:blipFill>
        <p:spPr>
          <a:xfrm xmlns:a="http://schemas.openxmlformats.org/drawingml/2006/main">
            <a:off x="8705850" y="2990850"/>
            <a:ext cx="1866900" cy="1866900"/>
          </a:xfrm>
          <a:prstGeom xmlns:a="http://schemas.openxmlformats.org/drawingml/2006/main" prst="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962E50-1266-4A72-925A-825FF83B7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9530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Сканируйте QR, чтобы сохранить контакты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140A10-9A04-4DDA-8306-20A8D7CA2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3149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6412"/>
                </a:solidFill>
              </a:defRPr>
            </a:pPr>
            <a:r>
              <a:rPr sz="1125" b="1">
                <a:solidFill>
                  <a:srgbClr val="FF6412"/>
                </a:solidFill>
              </a:rPr>
              <a:t>info@khalilgroup.kz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DCEE38-1996-4686-BF52-AB9FDB0EF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5816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1616"/>
                </a:solidFill>
              </a:defRPr>
            </a:pPr>
            <a:r>
              <a:rPr sz="1125" b="1">
                <a:solidFill>
                  <a:srgbClr val="161616"/>
                </a:solidFill>
              </a:rPr>
              <a:t>+7 706 701 48 35</a:t>
            </a:r>
          </a:p>
        </p:txBody>
      </p:sp>
    </p:spTree>
    <p:extLst>
      <p:ext uri="{BB962C8B-B14F-4D97-AF65-F5344CB8AC3E}">
        <p14:creationId xmlns:p14="http://schemas.microsoft.com/office/powerpoint/2010/main" val="139458193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2026-07-17T05:45:08.2820000Z</dcterms:created>
  <dcterms:modified xsi:type="dcterms:W3CDTF">2026-07-17T05:45:08.2820000Z</dcterms:modified>
</coreProperties>
</file>