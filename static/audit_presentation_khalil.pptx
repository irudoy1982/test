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8fa3e1e88c4d1e" /><Relationship Type="http://schemas.openxmlformats.org/officeDocument/2006/relationships/extended-properties" Target="/docProps/app.xml" Id="R641ff581b0624a3b" /><Relationship Type="http://schemas.openxmlformats.org/officeDocument/2006/relationships/officeDocument" Target="/ppt/presentation.xml" Id="Re69899e94e5f42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3d26f133c74e4a"/>
  </p:sldMasterIdLst>
  <p:notesMasterIdLst>
    <p:notesMasterId xmlns:r="http://schemas.openxmlformats.org/officeDocument/2006/relationships" r:id="Rf50f0406bcaf404a"/>
  </p:notesMasterIdLst>
  <p:sldIdLst>
    <p:sldId xmlns:r="http://schemas.openxmlformats.org/officeDocument/2006/relationships" id="256" r:id="R1b214f1b6dfa407f"/>
    <p:sldId xmlns:r="http://schemas.openxmlformats.org/officeDocument/2006/relationships" id="257" r:id="Rb82af914530f41a5"/>
    <p:sldId xmlns:r="http://schemas.openxmlformats.org/officeDocument/2006/relationships" id="258" r:id="Re4f3b61a924643c9"/>
    <p:sldId xmlns:r="http://schemas.openxmlformats.org/officeDocument/2006/relationships" id="259" r:id="R7923479d623b4762"/>
    <p:sldId xmlns:r="http://schemas.openxmlformats.org/officeDocument/2006/relationships" id="260" r:id="Rbf18a26721114f43"/>
    <p:sldId xmlns:r="http://schemas.openxmlformats.org/officeDocument/2006/relationships" id="261" r:id="Rda2820c09b904e86"/>
    <p:sldId xmlns:r="http://schemas.openxmlformats.org/officeDocument/2006/relationships" id="262" r:id="R78b3d89ec64a4f96"/>
    <p:sldId xmlns:r="http://schemas.openxmlformats.org/officeDocument/2006/relationships" id="263" r:id="R29970a0cdd4c4910"/>
    <p:sldId xmlns:r="http://schemas.openxmlformats.org/officeDocument/2006/relationships" id="264" r:id="Rfda92e6a35c5478c"/>
    <p:sldId xmlns:r="http://schemas.openxmlformats.org/officeDocument/2006/relationships" id="265" r:id="R233f86c1912d45e9"/>
    <p:sldId xmlns:r="http://schemas.openxmlformats.org/officeDocument/2006/relationships" id="266" r:id="R0d81ae32f218455e"/>
    <p:sldId xmlns:r="http://schemas.openxmlformats.org/officeDocument/2006/relationships" id="267" r:id="R9cdb5c06880c4279"/>
    <p:sldId xmlns:r="http://schemas.openxmlformats.org/officeDocument/2006/relationships" id="268" r:id="Rb28ce7f834ce402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4e1a4254d24610" /><Relationship Type="http://schemas.openxmlformats.org/officeDocument/2006/relationships/slideMaster" Target="/ppt/slideMasters/slideMaster1.xml" Id="R3a3d26f133c74e4a" /><Relationship Type="http://schemas.openxmlformats.org/officeDocument/2006/relationships/notesMaster" Target="/ppt/notesMasters/notesMaster1.xml" Id="Rf50f0406bcaf404a" /><Relationship Type="http://schemas.openxmlformats.org/officeDocument/2006/relationships/presProps" Target="/ppt/presProps.xml" Id="R828cff3997714379" /><Relationship Type="http://schemas.openxmlformats.org/officeDocument/2006/relationships/tableStyles" Target="/ppt/tableStyles.xml" Id="R948918b543bc43c7" /><Relationship Type="http://schemas.openxmlformats.org/officeDocument/2006/relationships/slide" Target="/ppt/slides/slide1.xml" Id="R1b214f1b6dfa407f" /><Relationship Type="http://schemas.openxmlformats.org/officeDocument/2006/relationships/slide" Target="/ppt/slides/slide2.xml" Id="Rb82af914530f41a5" /><Relationship Type="http://schemas.openxmlformats.org/officeDocument/2006/relationships/slide" Target="/ppt/slides/slide3.xml" Id="Re4f3b61a924643c9" /><Relationship Type="http://schemas.openxmlformats.org/officeDocument/2006/relationships/slide" Target="/ppt/slides/slide4.xml" Id="R7923479d623b4762" /><Relationship Type="http://schemas.openxmlformats.org/officeDocument/2006/relationships/slide" Target="/ppt/slides/slide5.xml" Id="Rbf18a26721114f43" /><Relationship Type="http://schemas.openxmlformats.org/officeDocument/2006/relationships/slide" Target="/ppt/slides/slide6.xml" Id="Rda2820c09b904e86" /><Relationship Type="http://schemas.openxmlformats.org/officeDocument/2006/relationships/slide" Target="/ppt/slides/slide7.xml" Id="R78b3d89ec64a4f96" /><Relationship Type="http://schemas.openxmlformats.org/officeDocument/2006/relationships/slide" Target="/ppt/slides/slide8.xml" Id="R29970a0cdd4c4910" /><Relationship Type="http://schemas.openxmlformats.org/officeDocument/2006/relationships/slide" Target="/ppt/slides/slide9.xml" Id="Rfda92e6a35c5478c" /><Relationship Type="http://schemas.openxmlformats.org/officeDocument/2006/relationships/slide" Target="/ppt/slides/slide10.xml" Id="R233f86c1912d45e9" /><Relationship Type="http://schemas.openxmlformats.org/officeDocument/2006/relationships/slide" Target="/ppt/slides/slide11.xml" Id="R0d81ae32f218455e" /><Relationship Type="http://schemas.openxmlformats.org/officeDocument/2006/relationships/slide" Target="/ppt/slides/slide12.xml" Id="R9cdb5c06880c4279" /><Relationship Type="http://schemas.openxmlformats.org/officeDocument/2006/relationships/slide" Target="/ppt/slides/slide13.xml" Id="Rb28ce7f834ce40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3ca8ba77c84c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09269b2ce54afe" /><Relationship Type="http://schemas.openxmlformats.org/officeDocument/2006/relationships/notesMaster" Target="/ppt/notesMasters/notesMaster1.xml" Id="R31c49c8c319e49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c97b2e1ad14ce2" /><Relationship Type="http://schemas.openxmlformats.org/officeDocument/2006/relationships/notesMaster" Target="/ppt/notesMasters/notesMaster1.xml" Id="R344e6299c9de45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b81dff63404f4f" /><Relationship Type="http://schemas.openxmlformats.org/officeDocument/2006/relationships/notesMaster" Target="/ppt/notesMasters/notesMaster1.xml" Id="R3a32ad48e4da4c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706f83190143c2" /><Relationship Type="http://schemas.openxmlformats.org/officeDocument/2006/relationships/notesMaster" Target="/ppt/notesMasters/notesMaster1.xml" Id="Rd961822d6c9a4d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6a1e7d5c4546ef" /><Relationship Type="http://schemas.openxmlformats.org/officeDocument/2006/relationships/notesMaster" Target="/ppt/notesMasters/notesMaster1.xml" Id="R22b807aec6b34a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4b0eb0f94c4bf8" /><Relationship Type="http://schemas.openxmlformats.org/officeDocument/2006/relationships/notesMaster" Target="/ppt/notesMasters/notesMaster1.xml" Id="R5ddcbf98ab5341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928842727f4bdf" /><Relationship Type="http://schemas.openxmlformats.org/officeDocument/2006/relationships/notesMaster" Target="/ppt/notesMasters/notesMaster1.xml" Id="R5f246f400fed45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b2a37a61df4447" /><Relationship Type="http://schemas.openxmlformats.org/officeDocument/2006/relationships/notesMaster" Target="/ppt/notesMasters/notesMaster1.xml" Id="R8f20f99d14fd4e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8b9463323e4ea6" /><Relationship Type="http://schemas.openxmlformats.org/officeDocument/2006/relationships/notesMaster" Target="/ppt/notesMasters/notesMaster1.xml" Id="R283eaccfc63a4a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fce4f0569949fa" /><Relationship Type="http://schemas.openxmlformats.org/officeDocument/2006/relationships/notesMaster" Target="/ppt/notesMasters/notesMaster1.xml" Id="R8d6727ce077243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b1be7bad204ad5" /><Relationship Type="http://schemas.openxmlformats.org/officeDocument/2006/relationships/notesMaster" Target="/ppt/notesMasters/notesMaster1.xml" Id="R92d627d1f50e44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b3e49c90b742e9" /><Relationship Type="http://schemas.openxmlformats.org/officeDocument/2006/relationships/notesMaster" Target="/ppt/notesMasters/notesMaster1.xml" Id="R71ae0670237f415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9aaefa38a24845" /><Relationship Type="http://schemas.openxmlformats.org/officeDocument/2006/relationships/notesMaster" Target="/ppt/notesMasters/notesMaster1.xml" Id="R226850aa034b4b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5f0d631d3b42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5a12e7d65f4ac7" /><Relationship Type="http://schemas.openxmlformats.org/officeDocument/2006/relationships/slideLayout" Target="/ppt/slideLayouts/slideLayout1.xml" Id="R49d3c59ab3954d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d3c59ab3954d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8f171fafb4456" /><Relationship Type="http://schemas.openxmlformats.org/officeDocument/2006/relationships/image" Target="/ppt/media/image.jpeg" Id="Rc2e869c26bd243fa" /><Relationship Type="http://schemas.openxmlformats.org/officeDocument/2006/relationships/image" Target="/ppt/media/image.png" Id="R1b7447a38e9a4098" /><Relationship Type="http://schemas.openxmlformats.org/officeDocument/2006/relationships/notesSlide" Target="/ppt/notesSlides/notesSlide1.xml" Id="R79cc67e89c0b4a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cfa6bd2c94d46" /><Relationship Type="http://schemas.openxmlformats.org/officeDocument/2006/relationships/image" Target="/ppt/media/image2.png" Id="Rbef4ed00a1544a63" /><Relationship Type="http://schemas.openxmlformats.org/officeDocument/2006/relationships/image" Target="/ppt/media/image3.png" Id="R1b278d1ccea74a5f" /><Relationship Type="http://schemas.openxmlformats.org/officeDocument/2006/relationships/notesSlide" Target="/ppt/notesSlides/notesSlide2.xml" Id="Rf526b628198140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115797bee49be" /><Relationship Type="http://schemas.openxmlformats.org/officeDocument/2006/relationships/image" Target="/ppt/media/image4.png" Id="R73d2a46e87414491" /><Relationship Type="http://schemas.openxmlformats.org/officeDocument/2006/relationships/notesSlide" Target="/ppt/notesSlides/notesSlide3.xml" Id="R3995b069858f4e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a156cd93f42f0" /><Relationship Type="http://schemas.openxmlformats.org/officeDocument/2006/relationships/image" Target="/ppt/media/image5.png" Id="Rde27e9b8e24d4c96" /><Relationship Type="http://schemas.openxmlformats.org/officeDocument/2006/relationships/notesSlide" Target="/ppt/notesSlides/notesSlide4.xml" Id="R4b5cb2931bdb4b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95c3df5a941aa" /><Relationship Type="http://schemas.openxmlformats.org/officeDocument/2006/relationships/image" Target="/ppt/media/image6.png" Id="R07273a7c97114bbd" /><Relationship Type="http://schemas.openxmlformats.org/officeDocument/2006/relationships/notesSlide" Target="/ppt/notesSlides/notesSlide5.xml" Id="R9292255156d043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e2eb4378c47c7" /><Relationship Type="http://schemas.openxmlformats.org/officeDocument/2006/relationships/image" Target="/ppt/media/image7.png" Id="R7e81f375555443d5" /><Relationship Type="http://schemas.openxmlformats.org/officeDocument/2006/relationships/notesSlide" Target="/ppt/notesSlides/notesSlide6.xml" Id="Ra00d61cec05d4a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9e273c24e45a0" /><Relationship Type="http://schemas.openxmlformats.org/officeDocument/2006/relationships/image" Target="/ppt/media/image8.png" Id="Rd10e4ec0c22c4ac8" /><Relationship Type="http://schemas.openxmlformats.org/officeDocument/2006/relationships/notesSlide" Target="/ppt/notesSlides/notesSlide7.xml" Id="R30b0ea07668d4f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64132f48b42ed" /><Relationship Type="http://schemas.openxmlformats.org/officeDocument/2006/relationships/image" Target="/ppt/media/image9.png" Id="R7a517c162462403d" /><Relationship Type="http://schemas.openxmlformats.org/officeDocument/2006/relationships/notesSlide" Target="/ppt/notesSlides/notesSlide8.xml" Id="R970c38fda3804dc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0e8bfec244377" /><Relationship Type="http://schemas.openxmlformats.org/officeDocument/2006/relationships/image" Target="/ppt/media/image10.png" Id="R40ff93138b374b00" /><Relationship Type="http://schemas.openxmlformats.org/officeDocument/2006/relationships/notesSlide" Target="/ppt/notesSlides/notesSlide9.xml" Id="R6d5779b8d1e04e8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c0ac311dd4da5" /><Relationship Type="http://schemas.openxmlformats.org/officeDocument/2006/relationships/image" Target="/ppt/media/image11.png" Id="R7df3aad5d24d46fd" /><Relationship Type="http://schemas.openxmlformats.org/officeDocument/2006/relationships/notesSlide" Target="/ppt/notesSlides/notesSlide10.xml" Id="R124a353f03cc48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c4d8fe0f542a0" /><Relationship Type="http://schemas.openxmlformats.org/officeDocument/2006/relationships/image" Target="/ppt/media/image12.png" Id="R423bd3a045714643" /><Relationship Type="http://schemas.openxmlformats.org/officeDocument/2006/relationships/notesSlide" Target="/ppt/notesSlides/notesSlide11.xml" Id="R76b701ce69b447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38f096a8b4b5c" /><Relationship Type="http://schemas.openxmlformats.org/officeDocument/2006/relationships/image" Target="/ppt/media/image13.png" Id="R60e3c2e9581d43f2" /><Relationship Type="http://schemas.openxmlformats.org/officeDocument/2006/relationships/notesSlide" Target="/ppt/notesSlides/notesSlide12.xml" Id="Rcb448db90a3a4b8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27a7544c14739" /><Relationship Type="http://schemas.openxmlformats.org/officeDocument/2006/relationships/image" Target="/ppt/media/image14.png" Id="Rfa14c75c2c644823" /><Relationship Type="http://schemas.openxmlformats.org/officeDocument/2006/relationships/image" Target="/ppt/media/image15.png" Id="Rbe7ae2e984e84b8a" /><Relationship Type="http://schemas.openxmlformats.org/officeDocument/2006/relationships/notesSlide" Target="/ppt/notesSlides/notesSlide13.xml" Id="R4db40f60146b4d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96FF1B-8717-4076-8660-C934472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55F2E-CAC2-4E36-9BA9-687E93E4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10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e869c26bd243fa"/>
          <a:srcRect xmlns:a="http://schemas.openxmlformats.org/drawingml/2006/main" l="0" t="11037" r="0" b="11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1ADF4-FE1A-4F4D-9A19-17EB8229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7447a38e9a4098"/>
          <a:stretch xmlns:a="http://schemas.openxmlformats.org/drawingml/2006/main"/>
        </p:blipFill>
        <p:spPr>
          <a:xfrm xmlns:a="http://schemas.openxmlformats.org/drawingml/2006/main">
            <a:off x="754908" y="514350"/>
            <a:ext cx="2243034" cy="838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4763BD-FBB7-4FC3-B0EF-014B3934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092C2-9E3B-4986-A0D8-DBB4E7BB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61616"/>
                </a:solidFill>
              </a:defRPr>
            </a:pPr>
            <a:r>
              <a:rPr sz="360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107ED-7E61-47A1-A825-34A5DF89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085"/>
                </a:solidFill>
              </a:defRPr>
            </a:pPr>
            <a:r>
              <a:rPr sz="150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DC1C9-1B7A-4DB3-903C-B374D3D5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1D5423-AA80-43AB-99FC-E70029DF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Зрелость 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06EB3-DD85-4D2E-868D-C63E1103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{{IT_SCORE}}%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C82B4A-7E87-4882-B759-A5496ACA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BCD52-D3EA-45A1-B40B-C03C1100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Зрелость ИБ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C65B0-E040-426A-8589-F30C01BC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6412"/>
                </a:solidFill>
              </a:defRPr>
            </a:pPr>
            <a:r>
              <a:rPr sz="2400" b="1">
                <a:solidFill>
                  <a:srgbClr val="FF6412"/>
                </a:solidFill>
              </a:rPr>
              <a:t>{{SCORE}}%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423B7E-B100-44C2-8BD8-4AE29D25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578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{{DATE}}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488038-142D-42B4-839B-83E0D871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4578522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F45DAF-53D0-45A9-A245-E0DDBBC0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f4ed00a1544a63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705D0-89A9-4BA5-8966-BA3B82F1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665C27-8464-4412-8DB0-3FB08365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199726-7F9F-46E9-BD1B-20DE2E61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BE42A-174C-4DA4-B886-69701951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952741-C824-474A-AE8B-3BFB3392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7E225-404B-431B-B7A5-815C8513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27328-3D72-49F4-814A-793C8DBE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36CBB3-EC76-494B-B23A-F5E1298E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0859A-AC5B-4D13-9B15-A6A0407A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89DF4A-F983-4D60-A124-84704A74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CCCC1C-7D18-4272-AF27-4640811D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61616"/>
                </a:solidFill>
              </a:defRPr>
            </a:pPr>
            <a:r>
              <a:rPr sz="2700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983D80-33B2-47CF-97B8-F5039046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695CF-9B1D-4549-8425-081A51D2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ADA22-1D73-4637-BDE4-99C92749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D441EE-05CB-48AB-9E86-72A11243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76C9B-9CF7-4516-A92D-9BC53064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0524F5-63B0-4AF7-BA92-80B1F904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A1546-85C9-42DC-B5D3-CF52D037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E59FD1-F263-47DA-B21D-914F13FF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CB241-EA85-450E-ADA4-4A370A53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6750AF-238D-4AEB-9A37-9808A7A6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BE7D5C-FBAA-4187-98CE-BA5164D0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A5B2B-A6D5-467D-8F16-EB61607D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D65C18-4E2C-42E1-AC3E-4B773DB9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333C55-373F-417F-AB64-5D9C5246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12B14D-900B-4FC2-A467-1C216712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0DE1DE-13AA-41BB-912F-2ADB9AC6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5E5053-36EB-495E-90FD-50E2DCD0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CECB19-FB06-4BE2-9C69-B36E3997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0138A7-D6DF-4C04-959B-9D8DE967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98AEBF-AADB-4B59-BC83-2E047041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989FF7-F7DE-4348-9E2D-9EE946A8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EF4737-A955-42BD-A0F9-FB03436F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278d1ccea74a5f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ABC964-9A7D-471A-B7BB-F0FA93C6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B435BF-F568-45E9-A65F-759ACA10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442EC2-D9E4-4DFF-BDB9-2A9EAE1A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A32464-FCFF-4935-AA6A-D7FDAAC3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611E0C-A66F-4113-9BC8-A1C6A34C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FBC9D5-E5A2-4949-9298-8CA328A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61616"/>
                </a:solidFill>
              </a:defRPr>
            </a:pPr>
            <a:r>
              <a:rPr sz="2175" b="1">
                <a:solidFill>
                  <a:srgbClr val="161616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697179-257C-4712-B8E9-8E62AEAA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8281EC-72D4-4896-97B7-A03475DE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77902F-AEA4-400B-A4BD-B8E7ABE4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AD51A2-D36B-4D6A-B3E4-184413FD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0AEFEB-F8F1-423D-9299-3025EEEC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1B1D37-4F0B-487F-B936-B766BB79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E37119-1480-404A-A138-179D3351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412"/>
                </a:solidFill>
              </a:defRPr>
            </a:pPr>
            <a:r>
              <a:rPr sz="1425" b="1">
                <a:solidFill>
                  <a:srgbClr val="FF6412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FA9B3F-EBE8-43BD-82C1-2E5BDDAC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D00A04-83E3-4B94-9771-6A81F349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3173C98-C370-4358-80F1-A6C31178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0DB8DD-E14D-4F1B-A9A4-F68C327C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8483AD1-8CF8-4476-B3CD-67417281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EF6371-F3D0-4246-A489-1841DFF7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689C7E7-2586-4D50-914B-223556D3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610215D-D45C-4CF3-99F6-6BB5D604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17270069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35318E-3FF0-4AA0-971F-5077F787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d2a46e8741449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283E2-FEFD-4676-A9AD-9E706986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Что должно измениться за первые 90 дней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82D424-8EA1-4C82-8288-08072D8D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A7CC1-72C4-4D22-A708-DD783ABE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660B1-EB79-4B9C-B370-0A5F184C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F8DE7-3230-49FE-A557-4ECF0E23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14CF0-858C-4CC6-BF19-376084F1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0648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412"/>
                </a:solidFill>
              </a:defRPr>
            </a:pPr>
            <a:r>
              <a:rPr sz="1500" b="1">
                <a:solidFill>
                  <a:srgbClr val="FF6412"/>
                </a:solidFill>
              </a:rPr>
              <a:t>Четыре приоритета связывают факты анкеты с измеримым результатом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C71B0-17EC-4C3E-8F11-4169F8D8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ПРИОРИТЕТ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021D8A-4A2D-4CA9-B8E0-D02DFC10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СЕЙЧАС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93BB7-D2C2-410D-B84F-08B926EB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ЦЕЛЬ 90 ДНЕЙ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F0078-FB94-4B05-A5B9-09663C1E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D1466C-D22A-43A6-880E-221350BC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{{OUTCOME_1_TITLE}}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64DE1-C7CB-4064-850C-06EFA63E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526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{{OUTCOME_1_FROM}}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1465E0-30B9-46AA-968A-710A5834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CD597D-E59B-4AED-AB62-865ACF7B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{{OUTCOME_1_TO}}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66D6AA-D998-42A3-A015-3492710B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FB2ABD-E4EE-4431-A570-1D87A8F6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4ADFE-802B-4440-AAE8-48AEF84A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288470-44D1-4B50-9A80-561AA5F4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813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{{OUTCOME_2_FROM}}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767026-FF00-4AE9-887B-740F5A71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9DD3F-58AD-4869-B88C-6D9C8928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{{OUTCOME_2_TO}}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662D83-F914-4E77-A524-AD0A1649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FF063C-4DE4-4482-8917-CF3C1F86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ED7287-F1D2-4727-947E-C7834C83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100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{{OUTCOME_3_TITLE}}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853D69-930F-41D3-BF5E-FF9A9168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{{OUTCOME_3_FROM}}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8F5383-6290-45D9-966D-17579F43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243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20615D-6902-4B80-A12B-23929CBC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{{OUTCOME_3_TO}}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00A2DA-FA73-43E9-9FFF-B5CB5882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293F19-CC5F-43FE-9F7C-736E1E54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70DCED-1FF1-4C5C-A778-8F748B33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807702-A49E-475D-99E6-4D5D5238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38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{{OUTCOME_4_FROM}}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77114C-57E6-4219-A952-2A0DC436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530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7DFB94-B0F0-4D01-A7A0-8BE74B4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387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{{OUTCOME_4_TO}}</a:t>
            </a:r>
          </a:p>
        </p:txBody>
      </p:sp>
    </p:spTree>
    <p:extLst>
      <p:ext uri="{BB962C8B-B14F-4D97-AF65-F5344CB8AC3E}">
        <p14:creationId xmlns:p14="http://schemas.microsoft.com/office/powerpoint/2010/main" val="1303555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70FFA4-BAC7-424D-BD47-2C38326D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7e9b8e24d4c9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947BE-C303-48E4-BA0F-86C51C3F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EEA31-375E-4340-A1AD-A9A37A42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68BCB-550F-4583-9438-E737AE97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8FFEF-EC64-4960-BF9B-F4A90447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0E6DB-A0E2-43A5-9092-41854797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E99CA-B092-4AB6-A792-BBE1EF53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4D46E7-2E1A-4FC2-938F-33A917A0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61513-B68B-4330-BA3D-713C5F42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3CA60-47F8-4D16-A441-7A281EF3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BE21C-66D7-45FF-B0F2-7B70D911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AB4F4-94D0-46DB-8C64-8D680FC2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C3A0CC-DA37-46E5-815F-3742A1EA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8F208-AE27-467B-8C86-1A0DFAFE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8EA617-E1A9-4186-A45E-C69A4FBE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CDBFDC-9BC8-4B3B-B9B5-DE407084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B9BA98-1332-4822-88DD-388B7D0A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26AA14-FADD-483D-B3E1-3A4E9C5B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7BE40C-1E5C-43A2-B222-EB5630E5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BB53E4-5AD0-4606-906D-BD8F6570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148809-7842-4804-8C98-C0D1C170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C7412-B96F-4FA5-94E2-C29DC402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ABCFF3-31B8-49D9-A37B-FB78D4B6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D72972-1F68-4526-A719-E8D3E8E3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7E9A99-FA86-45FB-B8A7-8A1F82D3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E26124-8F66-45F0-AED1-9418C3DF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CF5D6B-F2A5-4D25-864C-BEAB4E93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9556207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FF51C2-9FDE-4BC8-BBC6-466C0F7D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73a7c97114bbd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FD8D6-87E3-4C16-BCED-E349D867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39977-C6F7-44E0-ADB9-ADF1E670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83EB4-10A1-40ED-888B-A15D093D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CB9B9-0B0C-4F7F-9300-0F25AE6A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C196C-6077-43B0-8A46-F24C895D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BB430-234B-4AA2-976E-8630E43E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9D005-C78C-4EAA-AFA7-6A97EC7D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F29BC-C167-45AE-ADA2-2CDE3331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AADE8-C56E-4094-8D08-7CD1E618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31158-6CE4-4632-B87E-94DE1EDF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BCB1C-06FC-4F07-97DF-45BF5377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26CC35-41EA-496B-91EB-33CB3082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DBEC07-1825-40AE-A262-605AD59A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C48D95-13ED-40F2-99BA-586C066D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8B60FB-E23C-48E9-8816-92F6C3A0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33909E-5EF9-437A-8EC4-E86E1109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772DF-B446-4262-8A2A-095C1BB6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9EFDFD-8E93-4A7B-A5CC-42555639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1695BA-C617-4100-A4CF-84C7077C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486029-3739-4159-8597-F39D7F60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5D3BF-7640-494A-81A2-88EBC232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39F207-1F90-4E05-8F53-0B2FFB51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1DE835-3A7A-41B8-A840-8FA5780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9573AE-A9D4-4125-A7FD-DCD21A90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C6F002-B79B-4992-81B3-035824A3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D4F365-E490-4902-96F0-54D7537B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F601E6-2924-47DE-83E7-B2952C6B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0FBDB7-8E90-41FB-B251-C3889EF2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3BFEA2-FDC3-4A6B-8D1D-8E23F2D9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D37EF6-B277-4578-95D8-9C8C5C99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057DDF-4470-4131-AC29-FBDAF6F4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041FED-CF55-4613-BCE6-874176AA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32A76E-FBB5-4B87-907F-B426D26A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1BD7E3-B77D-4CCF-9AE3-44C046BF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8CFBD8-72EA-4483-BFFA-F28B3F12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1515541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59B066-7BF7-4CD0-8E47-1178190B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1f375555443d5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46263-B839-4662-96E8-7A0DB2EF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Почему требования применимы к вашей организации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2DCE8-969F-4712-B235-F380EC0B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2A84E-6C14-4A84-85B5-2722F31A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00B32-3AA9-4117-8D01-EA9B4591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0CAE5-6346-4534-BDF6-DA975748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98995-8664-4C4A-BEBC-3FEE9A91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10648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6412"/>
                </a:solidFill>
              </a:defRPr>
            </a:pPr>
            <a:r>
              <a:rPr sz="2025" b="1">
                <a:solidFill>
                  <a:srgbClr val="FF6412"/>
                </a:solidFill>
              </a:rPr>
              <a:t>{{REG_TITLE}}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E52B1-A91D-401F-98E1-79B6CE6F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B32EA-9072-4D31-8A71-8FFE34D5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Основание профиля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95BD12-4296-4A64-82B3-E724F74F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{{REG_APPLICABILITY}}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58F5EE-F366-4EEC-A782-041B960B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DF5CC-B400-42D7-9771-8C3D2440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619DE-1554-4F6D-BF0D-753F9A9B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Что требуется подтвердить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8D984-F4F8-40D1-86E5-815DA6A0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{{REG_EXPECTATIONS}}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F313F4-B309-40A3-9D82-486DC253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90D0B-3DA4-4457-AD38-F82EB734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31C1C3-31B3-45CC-98A6-B0A03342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Как читать рекомендации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C4651-64DA-40BF-945B-61AB84BC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{{REG_IMPLEMENTATION}}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7F31D6-D3CB-4140-AD28-3D065C94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00650"/>
            <a:ext cx="106489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5C328C-8720-4CCC-9E38-25E1FB12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62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Нормативные опоры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581C07-8AB2-4A87-8CD5-3E6B9ADB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19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{{REG_ANCHORS}}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11C11F-BBE2-49CC-BADE-AA57F1BC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53150"/>
            <a:ext cx="1064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Границы применимости подтверждаются по официальному статусу организации и конкретных информационных систем.</a:t>
            </a:r>
          </a:p>
        </p:txBody>
      </p:sp>
    </p:spTree>
    <p:extLst>
      <p:ext uri="{BB962C8B-B14F-4D97-AF65-F5344CB8AC3E}">
        <p14:creationId xmlns:p14="http://schemas.microsoft.com/office/powerpoint/2010/main" val="3681718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7EE131-141A-4AA9-B7E1-D19F07AF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0e4ec0c22c4ac8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598446-3936-4418-9853-010C334A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BDA6B-50FF-43B5-9073-DB880965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6C60B-5AC5-4803-A406-80C61BD8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E93855-5FEC-4812-80DE-4D3D3E44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88B43-7B2B-4ED5-B5F3-1D7FD4F2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3D9199-EE6C-4522-A4CE-791CF182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A593A-0F2B-47AF-868E-8BB92C40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DC359F-0A5E-4EE9-98BC-A2758BB6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DB8F05-D234-49F8-A9B8-C6B92FD3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0E8BC7-D8E6-48AC-AAE0-7655AE96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1A00E7-D144-4CA3-B5C9-A6421503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B164C0-ED4D-4636-9C84-4DC8C85C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83AA3-B3C8-449A-923D-9E386731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F318AF-6CE2-4757-A59C-99704763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4DA39B-18BE-42F4-8E8D-7049B077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FAD857-8606-40B5-AFF1-EA8A5BBB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136A0B-E7E2-470B-9B48-D9A6B730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CC109E-0089-468E-AAEF-93C6802C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A0259-83BF-4831-BB15-92B13FA9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0A3418-3473-40A2-9A45-4113207C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8D05C3-1D46-4174-B9B3-4DD1FA32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F75E9A-3851-474D-AAF8-8F6E0156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A3EC64-DFAE-4DD7-ACC9-BA3A5D08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A23611-888A-44CB-9A5E-6216D68A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704301-B0E1-4BB3-85EE-743E37D3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7BB999-3F3C-4C44-8594-AECA8C2B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AB119C-139E-4729-922D-8145CC0A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DD587B-2168-479A-971F-BA049FA2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2FC783-EC66-4027-AA1E-D63B6A16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4AD1FB-F8D8-4493-A3A0-AB929825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7BC452-402A-485A-A6B5-778589C6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C4DBFA-BC06-4EED-A5F8-F7DBB25C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D8930B-2C8F-41A2-B9A0-5EB90360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DEF5A5-4FFE-4DD2-9973-A63D52F7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611033-B7D9-43EE-A006-7E642A46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1E322F-60E9-4056-827D-B8C0EB2B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012BA0-7F79-4EE5-A254-0AF2D5C7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3907164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D13869-D75E-418B-BB39-C1B37067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17c162462403d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288F0-60D8-4491-957D-8ACF584F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D809B-68BC-4176-91C7-FB01713F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B606C-6760-4DCF-BEFB-8313B69A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9C9DD-1895-41D0-9467-89E1EBD8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D99524-C3D7-455A-BE81-AFE9F54C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E24F5-E97B-4408-B210-846ABBEE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8FD53C-E1B0-4952-AF6D-E6017927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0DBAA-E417-4584-B0BD-7326D076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A3785-F71B-4989-B8FB-A2C86429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FE073-8A86-4718-B156-BA5C007E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EB8CE7-59A9-4558-8E0B-EFDACE37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A3EBCC-49CD-4DB9-9606-B4DE2E21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CA1BDC-B455-48BC-93A1-5CBB61C8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B5DCBC-8D78-4A40-84E9-DC0B9BA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9915F-495D-42BD-B593-6D16B160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A7993-38E2-4F28-A456-8469992D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D02D6D-57BA-4053-9A1E-E3A2A163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398C33-490E-4DC7-9A4E-8F5D73B2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DB5D42-B48D-4982-9C37-377B909E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948352-4103-4026-8DA0-95084A99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0861C-171F-48B8-A805-92D7F560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6E9D14-3675-4406-AF91-45EAFA1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BB53FC-39E0-4F65-8CC8-CFC4DE60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87ECB-7927-45D2-87BB-5E9C8F98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48A794-C155-4684-BB8D-90E3982B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EBF873-CDBC-4E30-9AF5-41AB8A68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18629F-A75D-4F51-BF61-7EF100F4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2FBF46-2568-49DB-B03D-12A6B353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0CC58D-6531-446C-ACD5-3BACDF87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6E07D5-4947-45F8-AEAD-ABC47381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C59B94-190C-4B56-8C1A-33369725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4D90FB-A403-4765-B922-8724BCE9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95867-455C-4EDC-9131-E9B104C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4420B7-88AF-4EFF-AF85-4CC25136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2BF362-387A-4DBD-B313-06B9915F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49D941-D57D-4CCB-A0D9-7C339664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392AAF-A2DF-41FD-9C1A-6A6C5E73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898281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C3F361-FEBC-4E58-866E-23FDC336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f93138b374b00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5574F-F504-46E0-A235-493A6DC1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148D6-7D47-48AD-82EF-BBF1591F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844FEB-4227-4B9E-BA17-F909633F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B3170-F0F2-4796-B0A3-53D80E2D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149918-52E8-482D-9A51-3790F674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55D811-9C3E-41DD-BE59-5DCDE96E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E531F-420A-4F1D-B5D8-C72C96DF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6A22A9-B2D0-4BB7-B2A2-A0F0618D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9BFC9D-F40E-470D-8A84-3EBEAED1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17F187-1299-4F1D-AB8D-F5CFB20A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09CA3-095C-41EA-9C45-CD2D9E68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10C523-DF87-4ED9-8BEB-5CF2DF49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7104C2-3571-4881-92C5-2F20ECD9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A8E158-88F1-46A4-8D37-B51D4157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38F43-14B6-47FB-9F86-536CBF7A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BF376A-A414-4458-B108-56F20571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CAAA27-3E69-449C-AD9B-CEC90A80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8E9650-FCD8-412F-B691-F7B29D66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4A3530-39BF-4F1A-BA79-7EE2E21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C9B666-C5AF-4E96-8C2B-A27B837D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12B070-C401-4058-9960-FB81D341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5D54D2-203A-433C-B376-BCDEF070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3660A1-E1F8-4233-AB42-FE3D83EE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88B25F-2F10-4A2D-A18F-75AB4854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C22F40-D42F-414F-B6E6-BD9E13AB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A31CE3-32B3-4613-B69A-0359EEC9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1DD09C-FDDD-49EC-A0B6-50A04DAD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69E201-261B-439C-9ACF-CD3DD6D0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FCED88-8299-41AA-A698-A25874D9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FA827B-4D89-4A6B-91B2-A1F3D786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C556F1-C9DF-4EE7-8893-F79003C5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533F5E-E7B3-412E-A1E3-7BCF842C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C8878A-1A8D-4840-A2A6-0D4194A8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75308B-61F4-41E2-AAC4-4F288FA2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AA3137-F6B9-4A6F-9E9C-26093A95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608607-4531-495B-9C3B-B70BB529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880C24-C957-4E65-82CA-819184DC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449503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572F66-E23A-4F69-B883-CAEA63D8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3aad5d24d46fd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5A0BC4-8EBE-46BB-B629-21CB0E47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3A1EC-B9DF-481D-9148-E1ED4EFA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25749-5BBE-4836-889E-C84848AD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8DE933-B018-4D27-9C50-0C845CB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1AC03-CE19-4525-9898-64B5C71B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32DF7-2F22-4692-9C01-750FF9D2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ACBBE7-D4CB-45AB-AC4D-A25ECE51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DDE45-8291-4064-8444-CC8AC2FB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63A463-095D-497D-85C0-C4B2539A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45B4B1-2C70-4E62-BBBF-C28145A7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2EDAB-5713-466D-88DC-222052CA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D7CD83-46CA-4653-A40D-2511D9C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A724DE-223C-4F6D-891C-425E55AC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D1D99F-94A9-4734-B355-B1700464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885C59-DE3F-47EF-B263-C0275527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B6356E-1B11-49A6-9384-A75F5A59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66927D-F8DF-45DE-A3FE-D8A9FE8B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274D74-F8B8-434A-B081-A61A9DE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91BCD1-AE18-4FA0-889A-1A607CBD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93B5E0-90CD-4A5E-9606-0B9CE76A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58F246-FD3C-469E-8935-5577335D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C4D7B5-BEB2-42BD-9D07-123541A0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3971BA-24B7-4718-AD15-074EFC27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9BD0D9-BC56-49BA-B67A-67FD7B26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6B767E-793F-4836-94F0-4C34C6C4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821E71-FD2F-433A-9136-E666316C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26212A-29F4-47AF-A33B-30F2FF63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95A868-AA6B-4640-B9FA-F38954FF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4FA8E3-6C2C-41F8-8D68-961783BA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44F0FF-0B07-4984-B26D-5D5F7271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93C111-99F8-4CC5-8042-25372827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2B82BA-B12B-48DC-8EFF-7A85FBE8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088C0B-3190-4586-8FF0-133FDC14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797D5C-29B6-4F0F-BB59-D0CE2F52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D03CFD-F2DF-44AB-9C2D-1813A506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808160-011D-4ED8-A804-1696355E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5B9061-404C-467E-88CA-BF58DE21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19762756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FFFA91-91BF-41CC-B9E4-3FEB332B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3bd3a045714643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3941B-B352-4576-8B55-80E16F18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3F4F8-BF0F-4FC0-8F88-7D6AFEE4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4BE6B-E162-42F2-93B9-0394037F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39693-10FA-4A8C-9454-2E94FDFA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320E8-D2B5-41C7-87BB-510B7D11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9C49F-C141-4A7E-9A82-77495923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64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Каждый этап заканчивается проверяемым результатом, а не только перечнем задач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14716-C27B-413D-94D7-5DABFE5A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5265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86AC9-0B73-44EC-B142-F28CD7F0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2657D-8519-498D-B0B4-687CBE7C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EE541-2B8F-4852-B646-025180BA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E42BE9-8BBD-4DD9-AEC8-8E3518F3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ПРИОРИТЕТЫ И БЫСТРЫЕ МЕРЫ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D30569-45BB-4D41-A798-AD772D8C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D386A0-B978-420F-995B-EEE9C321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C773CD-AD8C-4EC9-B860-FF9049E3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464DCE-046F-49E8-A22E-2BBB0127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08C63F-31CA-406B-BD06-356D43D1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230702-EDB3-4D82-A080-0074B4E6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РЕЗУЛЬТАТ ЭТАПА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ECF882-1DC3-4EBB-BEFA-5C6E179F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{{ROADMAP_1_RESULT}}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174C10-8BFD-4BBA-8AF9-1256B909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5335F7-EAF9-4CD2-898F-A686CFEF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31–60 дней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11C023-2B00-462D-BE51-9D160181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1FA63C-7D00-4D28-B0DA-5AC198C3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DA9F42-7614-4358-A8C9-A5B3E749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ПИЛОТЫ И РЕГЛАМЕНТЫ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2D52D1-3509-4BA9-9071-04B31709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2C75D0-DA7D-497E-AA9D-23C76CB4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88259D-7F59-4F6A-A486-B838FBF3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11F991-C065-4220-A4EF-59F02DDE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87FD35-EC6E-4723-9BA7-BDCDB1A9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413750-066A-47A4-A4AA-FE2BECF7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РЕЗУЛЬТАТ ЭТАПА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37C498-01DD-4593-9E88-7D74F18B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{{ROADMAP_2_RESULT}}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11D521-DE39-48E9-BD08-AEADBB90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BD2463-AA1C-4E00-B173-8E720470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61–90 дней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E1D993-98B5-4B28-94F4-305CE12A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B7DA75-29D8-47F8-BDD6-1C108BEF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E81EEF-1BB7-4DAE-B5D3-832D9481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МАСШТАБИРОВАНИЕ И КОНТРОЛЬ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B922B2-C1D5-4835-80E0-D5489B3F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6E1C18-2E62-416D-B157-666B57B1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E73EBB-3DEA-4BCE-85AD-8E15A229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69DAA4-9F17-4A31-A1E9-875C2EAF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{{ROADMAP_3_2}}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C66B1B-1D82-47E8-A932-7829E39E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803820-430B-4668-93CC-2E7CD82D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РЕЗУЛЬТАТ ЭТАПА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D801FAF-9F61-41E6-AECB-5F564F0A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{{ROADMAP_3_RESULT}}</a:t>
            </a:r>
          </a:p>
        </p:txBody>
      </p:sp>
    </p:spTree>
    <p:extLst>
      <p:ext uri="{BB962C8B-B14F-4D97-AF65-F5344CB8AC3E}">
        <p14:creationId xmlns:p14="http://schemas.microsoft.com/office/powerpoint/2010/main" val="1109214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7F7D99-8C46-44E7-A505-DA6F02FD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3c2e9581d43f2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11FA0D-8732-442A-8198-1C040991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3FD2F-4DF1-4213-9077-C8F4A911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1C03A-3DB1-41AE-8766-26353E7A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5600D-4475-4C26-9542-B14FBBC2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CA2F5-B695-45D6-93EE-BCFEA6CD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7F120-078F-401D-8454-8300046A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61616"/>
                </a:solidFill>
              </a:defRPr>
            </a:pPr>
            <a:r>
              <a:rPr sz="2025" b="1">
                <a:solidFill>
                  <a:srgbClr val="161616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76EC1-541F-4ECE-BCEA-F2D07FEA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1398B-CDE5-4AFD-AEFD-23CA402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412"/>
                </a:solidFill>
              </a:defRPr>
            </a:pPr>
            <a:r>
              <a:rPr sz="1650" b="1">
                <a:solidFill>
                  <a:srgbClr val="FF6412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EF8E07-C7CA-4101-B0A2-019A213F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13771-6FEE-4550-8C33-1D985F2C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7FA665-6186-435F-AF96-1342C6FA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4BDBF7-95C6-45A6-9415-5CD69439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DB989-2148-4852-97C4-FA585256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6ABD24-B221-438C-9EF9-99343247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1D8963-CB77-4A25-B10F-4E395FB0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E7A4CA-73AA-464A-84B1-EAF0E949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</a:defRPr>
            </a:pPr>
            <a:r>
              <a:rPr sz="1725" b="1">
                <a:solidFill>
                  <a:srgbClr val="161616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5AA320-E954-4FD1-8F56-27DF3376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007E8E-6DB8-4E2D-A7B6-2F634243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9992C9-DDE2-4D28-A708-E84A27B4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E73352-056B-4D3D-9EFC-310B9A7B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C844A4-045F-40A0-9506-F262641D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33EAD4-EC27-44E6-8E44-10E4EFD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9F3739-B81B-4C01-8F77-366325E2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022649-2280-4DB4-9ED6-CF00C650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5490451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E7A600-BF54-4EC8-863B-C69E79D5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14c75c2c644823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999AA-28C2-42A3-949E-72610EF8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A5DF80-AD51-4FFC-9234-37B67305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DF206-8A7C-401B-BF24-621EF009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E1E31-874D-483C-909D-DE89F67D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213C5-CBD0-4C9F-A381-24034F1E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1A2A2-E147-4D6D-BFC8-7204D522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F93AF-8B88-4553-B7A9-1F60146B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7405F-B459-4BA6-9014-5E9F9C68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BB0EE0-8FA5-4716-B2F3-DDD80002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44865-C210-46F3-9626-B573643B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20749-6145-4216-A687-56987334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37DB5-A906-4C29-91F4-8243BD59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AE9314-21EF-423F-832E-EE04B981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14B8F-3A31-4BF3-AAF5-5711E241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EDC07-F59D-4721-969C-01532024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9F862A-D7A6-4B90-9633-7CFBF7A4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659775-9116-4E1B-A1BA-C90C1516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714E2-ABD3-41D4-8F25-498A6083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6066DF-C6D7-4FED-BE7D-01EABD14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ae2e984e84b8a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F6EF69-3618-46D3-AAD4-FDE0743C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EE9A3-BBBF-43C7-AA18-DB8C6A68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6E396F-ED24-43CC-A7DE-72B820C8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6678269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2026-07-17T14:14:55.4440000Z</dcterms:created>
  <dcterms:modified xsi:type="dcterms:W3CDTF">2026-07-17T14:14:55.4440000Z</dcterms:modified>
</coreProperties>
</file>