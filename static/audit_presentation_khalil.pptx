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030d044d8b64902" /><Relationship Type="http://schemas.openxmlformats.org/officeDocument/2006/relationships/extended-properties" Target="/docProps/app.xml" Id="R62b5a489ff8b46bc" /><Relationship Type="http://schemas.openxmlformats.org/officeDocument/2006/relationships/officeDocument" Target="/ppt/presentation.xml" Id="Rbae3fcbcd63346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65a408820a4352"/>
  </p:sldMasterIdLst>
  <p:notesMasterIdLst>
    <p:notesMasterId xmlns:r="http://schemas.openxmlformats.org/officeDocument/2006/relationships" r:id="R071e839c7eb34252"/>
  </p:notesMasterIdLst>
  <p:sldIdLst>
    <p:sldId xmlns:r="http://schemas.openxmlformats.org/officeDocument/2006/relationships" id="256" r:id="Rbccfe001072c4479"/>
    <p:sldId xmlns:r="http://schemas.openxmlformats.org/officeDocument/2006/relationships" id="257" r:id="R08e41f6390cb4eca"/>
    <p:sldId xmlns:r="http://schemas.openxmlformats.org/officeDocument/2006/relationships" id="258" r:id="Rf378df2ebe9e4ea2"/>
    <p:sldId xmlns:r="http://schemas.openxmlformats.org/officeDocument/2006/relationships" id="259" r:id="R296c29a2d44840b0"/>
    <p:sldId xmlns:r="http://schemas.openxmlformats.org/officeDocument/2006/relationships" id="260" r:id="Rc2257fe1994d484d"/>
    <p:sldId xmlns:r="http://schemas.openxmlformats.org/officeDocument/2006/relationships" id="261" r:id="R1a6c416faf8946f0"/>
    <p:sldId xmlns:r="http://schemas.openxmlformats.org/officeDocument/2006/relationships" id="262" r:id="Re665722590c84823"/>
    <p:sldId xmlns:r="http://schemas.openxmlformats.org/officeDocument/2006/relationships" id="263" r:id="Rd319c06b5e5c4b15"/>
    <p:sldId xmlns:r="http://schemas.openxmlformats.org/officeDocument/2006/relationships" id="264" r:id="R7d8daf28ee7944f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4b48b05fa5e46ba" /><Relationship Type="http://schemas.openxmlformats.org/officeDocument/2006/relationships/slideMaster" Target="/ppt/slideMasters/slideMaster1.xml" Id="Rf165a408820a4352" /><Relationship Type="http://schemas.openxmlformats.org/officeDocument/2006/relationships/notesMaster" Target="/ppt/notesMasters/notesMaster1.xml" Id="R071e839c7eb34252" /><Relationship Type="http://schemas.openxmlformats.org/officeDocument/2006/relationships/presProps" Target="/ppt/presProps.xml" Id="R066cf64f31cc47c2" /><Relationship Type="http://schemas.openxmlformats.org/officeDocument/2006/relationships/tableStyles" Target="/ppt/tableStyles.xml" Id="R60a3bee9c51b48a0" /><Relationship Type="http://schemas.openxmlformats.org/officeDocument/2006/relationships/slide" Target="/ppt/slides/slide1.xml" Id="Rbccfe001072c4479" /><Relationship Type="http://schemas.openxmlformats.org/officeDocument/2006/relationships/slide" Target="/ppt/slides/slide2.xml" Id="R08e41f6390cb4eca" /><Relationship Type="http://schemas.openxmlformats.org/officeDocument/2006/relationships/slide" Target="/ppt/slides/slide3.xml" Id="Rf378df2ebe9e4ea2" /><Relationship Type="http://schemas.openxmlformats.org/officeDocument/2006/relationships/slide" Target="/ppt/slides/slide4.xml" Id="R296c29a2d44840b0" /><Relationship Type="http://schemas.openxmlformats.org/officeDocument/2006/relationships/slide" Target="/ppt/slides/slide5.xml" Id="Rc2257fe1994d484d" /><Relationship Type="http://schemas.openxmlformats.org/officeDocument/2006/relationships/slide" Target="/ppt/slides/slide6.xml" Id="R1a6c416faf8946f0" /><Relationship Type="http://schemas.openxmlformats.org/officeDocument/2006/relationships/slide" Target="/ppt/slides/slide7.xml" Id="Re665722590c84823" /><Relationship Type="http://schemas.openxmlformats.org/officeDocument/2006/relationships/slide" Target="/ppt/slides/slide8.xml" Id="Rd319c06b5e5c4b15" /><Relationship Type="http://schemas.openxmlformats.org/officeDocument/2006/relationships/slide" Target="/ppt/slides/slide9.xml" Id="R7d8daf28ee7944f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e64679f2fad45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9121180da64b80" /><Relationship Type="http://schemas.openxmlformats.org/officeDocument/2006/relationships/notesMaster" Target="/ppt/notesMasters/notesMaster1.xml" Id="Re1733851040f4bf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3c4f303d024336" /><Relationship Type="http://schemas.openxmlformats.org/officeDocument/2006/relationships/notesMaster" Target="/ppt/notesMasters/notesMaster1.xml" Id="Rfcac85a236e945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a1c1bada068464f" /><Relationship Type="http://schemas.openxmlformats.org/officeDocument/2006/relationships/notesMaster" Target="/ppt/notesMasters/notesMaster1.xml" Id="Ra37ced421889428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f75ad8f52ea436a" /><Relationship Type="http://schemas.openxmlformats.org/officeDocument/2006/relationships/notesMaster" Target="/ppt/notesMasters/notesMaster1.xml" Id="R9d915673b95c41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296c5191bd4c2c" /><Relationship Type="http://schemas.openxmlformats.org/officeDocument/2006/relationships/notesMaster" Target="/ppt/notesMasters/notesMaster1.xml" Id="Re481abe622ae48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c4a9a37e984337" /><Relationship Type="http://schemas.openxmlformats.org/officeDocument/2006/relationships/notesMaster" Target="/ppt/notesMasters/notesMaster1.xml" Id="R21f655474f904b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b2d173f5a94969" /><Relationship Type="http://schemas.openxmlformats.org/officeDocument/2006/relationships/notesMaster" Target="/ppt/notesMasters/notesMaster1.xml" Id="R2d8e8fb96105496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892392001a448fe" /><Relationship Type="http://schemas.openxmlformats.org/officeDocument/2006/relationships/notesMaster" Target="/ppt/notesMasters/notesMaster1.xml" Id="R2380e67e314248d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c2830fce29c47c3" /><Relationship Type="http://schemas.openxmlformats.org/officeDocument/2006/relationships/notesMaster" Target="/ppt/notesMasters/notesMaster1.xml" Id="R84b1dbc3bf4c43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61c205114e4cb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b71d704ad44d0e" /><Relationship Type="http://schemas.openxmlformats.org/officeDocument/2006/relationships/slideLayout" Target="/ppt/slideLayouts/slideLayout1.xml" Id="R7084cf4363c648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084cf4363c648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a107aa9923483c" /><Relationship Type="http://schemas.openxmlformats.org/officeDocument/2006/relationships/image" Target="/ppt/media/image.png" Id="Rfeb0aafd2fa8493b" /><Relationship Type="http://schemas.openxmlformats.org/officeDocument/2006/relationships/image" Target="/ppt/media/image2.png" Id="Re993176abfbf4959" /><Relationship Type="http://schemas.openxmlformats.org/officeDocument/2006/relationships/notesSlide" Target="/ppt/notesSlides/notesSlide1.xml" Id="R10b3568ce7d64f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1cfa6e2327419d" /><Relationship Type="http://schemas.openxmlformats.org/officeDocument/2006/relationships/image" Target="/ppt/media/image3.png" Id="R234c230a33eb4a4d" /><Relationship Type="http://schemas.openxmlformats.org/officeDocument/2006/relationships/notesSlide" Target="/ppt/notesSlides/notesSlide2.xml" Id="R46a4614568cf45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2e3dc48d0147ae" /><Relationship Type="http://schemas.openxmlformats.org/officeDocument/2006/relationships/image" Target="/ppt/media/image4.png" Id="R3b621757138447d6" /><Relationship Type="http://schemas.openxmlformats.org/officeDocument/2006/relationships/notesSlide" Target="/ppt/notesSlides/notesSlide3.xml" Id="R7cc0fd77ca34444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e25c6eb1274ce1" /><Relationship Type="http://schemas.openxmlformats.org/officeDocument/2006/relationships/image" Target="/ppt/media/image5.png" Id="Rb3da67be4ecf436b" /><Relationship Type="http://schemas.openxmlformats.org/officeDocument/2006/relationships/notesSlide" Target="/ppt/notesSlides/notesSlide4.xml" Id="Rad477c13b7f642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5954cb3198460a" /><Relationship Type="http://schemas.openxmlformats.org/officeDocument/2006/relationships/image" Target="/ppt/media/image6.png" Id="Reb165285930a4336" /><Relationship Type="http://schemas.openxmlformats.org/officeDocument/2006/relationships/notesSlide" Target="/ppt/notesSlides/notesSlide5.xml" Id="Rf423d25f7cf343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834a370eef4749" /><Relationship Type="http://schemas.openxmlformats.org/officeDocument/2006/relationships/image" Target="/ppt/media/image7.png" Id="Rc09be64f6b0e4782" /><Relationship Type="http://schemas.openxmlformats.org/officeDocument/2006/relationships/notesSlide" Target="/ppt/notesSlides/notesSlide6.xml" Id="Re88bc52b9a524e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116701861c4037" /><Relationship Type="http://schemas.openxmlformats.org/officeDocument/2006/relationships/image" Target="/ppt/media/image8.png" Id="R745791cb48004881" /><Relationship Type="http://schemas.openxmlformats.org/officeDocument/2006/relationships/notesSlide" Target="/ppt/notesSlides/notesSlide7.xml" Id="Ra64e13f221584a0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0a51426f364c0b" /><Relationship Type="http://schemas.openxmlformats.org/officeDocument/2006/relationships/image" Target="/ppt/media/image9.png" Id="Rd615955c7fa84c70" /><Relationship Type="http://schemas.openxmlformats.org/officeDocument/2006/relationships/notesSlide" Target="/ppt/notesSlides/notesSlide8.xml" Id="R257e64513c35411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45130a866e4414" /><Relationship Type="http://schemas.openxmlformats.org/officeDocument/2006/relationships/image" Target="/ppt/media/image10.png" Id="Rf7d05b7b266d4431" /><Relationship Type="http://schemas.openxmlformats.org/officeDocument/2006/relationships/image" Target="/ppt/media/image11.png" Id="R2c32324e5bef4a22" /><Relationship Type="http://schemas.openxmlformats.org/officeDocument/2006/relationships/notesSlide" Target="/ppt/notesSlides/notesSlide9.xml" Id="R0ed5d21ee28b4dd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490A35-009F-4ADF-B39A-38740A85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CED7F4-E3B2-4CD2-9200-076260C0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67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b0aafd2fa8493b"/>
          <a:stretch xmlns:a="http://schemas.openxmlformats.org/drawingml/2006/main"/>
        </p:blipFill>
        <p:spPr>
          <a:xfrm xmlns:a="http://schemas.openxmlformats.org/drawingml/2006/main">
            <a:off x="729419" y="523875"/>
            <a:ext cx="2294012" cy="85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E942E7-3D6F-40B8-8F7E-F1ABC39A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ЭКСПЕРТНЫЙ АУДИТ ИТ И ИБ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EBBF98-CFF0-4BEC-A577-E99A84A7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600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</a:defRPr>
            </a:pPr>
            <a:r>
              <a:rPr sz="3750" b="1">
                <a:solidFill>
                  <a:srgbClr val="161616"/>
                </a:solidFill>
              </a:rPr>
              <a:t>{{COMPANY}}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0DAEDC-833E-4D08-B028-C9F925EF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7085"/>
                </a:solidFill>
              </a:defRPr>
            </a:pPr>
            <a:r>
              <a:rPr sz="1650">
                <a:solidFill>
                  <a:srgbClr val="667085"/>
                </a:solidFill>
              </a:rPr>
              <a:t>{{INDUSTRY}}  •  {{CITY}}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FE912E-5494-499A-92FF-B9EE5DB0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EEBC91-80CA-4B48-9661-B6C04988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08C2F6-96A1-4658-B16F-D3BA4183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{{IT_SCORE}}%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F65785-BBDB-4037-9779-50F25346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C71717-316D-4C8C-9EA5-10EA27EDE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DA93B1-6DAD-4BE0-ACA3-C572EE4C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032D80-C470-426A-BC3D-05BB1545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625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{{DATE}}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3176abfbf4959"/>
          <a:srcRect xmlns:a="http://schemas.openxmlformats.org/drawingml/2006/main" l="5453" t="0" r="54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96150" y="0"/>
            <a:ext cx="4895850" cy="68580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A8D3B0-A70F-48AA-A45A-65CEC5ED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20CB19-EBC2-40FD-A20C-1211A598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20607130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1D6F2E-6856-4056-94A0-54D27996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4c230a33eb4a4d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A8ACB2-D9C5-48A8-AB8D-A274ED59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Кто стоит за аудитом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EF9ECE-0F13-4556-A2BB-522F5C34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445BB9-BFA0-4A1D-AB58-9C457F9F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AFBF84-DBE1-40FE-B4F4-29602198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E34B64-A40B-41F8-B622-7CC6E04D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6B3AEE-4BFA-4C17-A4FA-8F5EC853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6412"/>
                </a:solidFill>
              </a:defRPr>
            </a:pPr>
            <a:r>
              <a:rPr sz="1875" b="1">
                <a:solidFill>
                  <a:srgbClr val="FF6412"/>
                </a:solidFill>
              </a:rPr>
              <a:t>ТОО «Khalil Trade»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716AFC-7B6E-49D0-989D-EC135159B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4E9B05-AB41-4411-BC37-21C68E68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От аудита и проектирования -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451097-39EE-43D6-B476-BAF1B154A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2019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421D04-5822-4D1C-ADA6-BE7477BD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8C7915-A91C-41F1-AC2F-FE686FD5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6412"/>
                </a:solidFill>
              </a:defRPr>
            </a:pPr>
            <a:r>
              <a:rPr sz="2700" b="1">
                <a:solidFill>
                  <a:srgbClr val="FF6412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5A5153-123D-4B54-8EBB-F7B3698D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крупных ИТ-проектов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975D6D-990D-4688-9D2A-586FECA1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41E1B2-E9C5-4C36-9454-85D2DEE28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541A74-9BFE-45B9-A5EC-3D08D63B7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495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BAB432-35CC-4D72-9982-069CF751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Одна команда отвечает за архитектуру, безопасность и практическую реализацию.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F51FA6-E1F3-4693-B337-C2BAD2FE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579094-DBD3-49AE-8FDD-2F3B59379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2875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4ADAC3-24F9-4F79-86E0-0A6B48610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7165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Аудит, проектирование защиты, внедрение, поддержка и обучение.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54A335-D17F-485F-88AE-8CDF0F01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982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E97CA7-EC82-45D7-BBD2-A050E63A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0032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DC8802-0D3F-4F20-8D66-1D14BAE0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6222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Системная интеграция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C239C3-14AE-4B17-B0EF-2DBD1750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Сетевая, серверная и вычислительная инфраструктура под ключ.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AA03EC-F2DC-4B37-A3DB-03943DD5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33D535-A7C6-4652-A635-4808339F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33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D07A0E-ABBA-4FB3-9112-960CD4924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Автоматизация процессов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D083-4195-4304-8AE5-87E9AFA8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СЭД, low-code, ESM/BPM и цифровые решения для бизнеса.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B77C50-1195-452B-8BAF-66D62426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D06045-6BE7-405E-991F-BFA798C9E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72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BA67D0-CEA7-4D42-91F2-3B8A77E5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2917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Сопровождение и развитие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149757-9423-40D3-BA6E-BC66749A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7207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Рабочие сессии, внедрение, поддержка и передача знаний команде.</a:t>
            </a:r>
          </a:p>
        </p:txBody>
      </p:sp>
    </p:spTree>
    <p:extLst>
      <p:ext uri="{BB962C8B-B14F-4D97-AF65-F5344CB8AC3E}">
        <p14:creationId xmlns:p14="http://schemas.microsoft.com/office/powerpoint/2010/main" val="15315717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7660BA-A441-4A58-A78C-A16F80B2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621757138447d6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167174-D258-4058-8AE1-5F9750F9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Главный вывод аудита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345AED-713A-4A11-AB57-89D1CC2B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B1946A-CA93-45AF-8DB9-581162F9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C5C248-E334-4F19-B39C-C5676230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98A00E-6E8E-42DC-AB55-68AA6B4E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D9EA0C-D90B-43BE-8354-517F15FD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4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6412"/>
                </a:solidFill>
              </a:defRPr>
            </a:pPr>
            <a:r>
              <a:rPr sz="2100" b="1">
                <a:solidFill>
                  <a:srgbClr val="FF6412"/>
                </a:solidFill>
              </a:rPr>
              <a:t>{{SUMMARY_TITLE}}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6CACFC-BA0F-4027-92A1-9EFDF8222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CA1CF4-771F-427B-B6C1-6BA45890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43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{{SUMMARY_1}}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12BAB7-A363-4058-803C-C90079BEF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B8DB60-E2F2-4480-A8AB-405967CE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38BB21-4DE3-4093-8D02-B512B8FC2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{{SUMMARY_2}}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961DD8-144E-4AD7-9F13-0B856C8C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8835B4-739E-459E-B69A-32DEF4E3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F1F61D-19DD-461E-B57F-D90826DA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{{SUMMARY_3}}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C987B1-CAB2-4BA5-AFB7-927C083D1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29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5E6CBC-DD61-4174-AD26-1059C7B0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070C1-607E-4D74-B931-6E8B0B26C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{{SUMMARY_4}}</a:t>
            </a:r>
          </a:p>
        </p:txBody>
      </p:sp>
    </p:spTree>
    <p:extLst>
      <p:ext uri="{BB962C8B-B14F-4D97-AF65-F5344CB8AC3E}">
        <p14:creationId xmlns:p14="http://schemas.microsoft.com/office/powerpoint/2010/main" val="13803263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96E728-761E-4270-9ACD-BD9AC5AC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da67be4ecf436b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75E668-217D-4AF1-995D-084C970C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Масштаб инфраструктуры задает три приоритета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89A5E1-660C-45B5-9F39-8FE829039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F4DC09-12AC-48D4-808B-9796E8FB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CC11E6-9A4C-4CB3-8124-77A2442CD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6DA219-3243-4CCE-9F8A-F61A7630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60589F-FB97-4BBE-B790-9E14F9C1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9525">
            <a:solidFill>
              <a:srgbClr val="FF64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38BC8C-93A0-49C7-8F9B-BEAA28BC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9A232D-B4E6-48DC-9992-22514A93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113F8-9FCA-4590-8255-7BDC40ED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B45E96-B8C0-45D8-820A-69365992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D395BD-FF46-418C-AA98-201F750A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216055-20DD-49F8-B462-8C319FABB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481E4B-E0B3-4E12-83DD-29AA83A0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0C2B9D-B8A5-4A05-98F3-A7DA53E6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AEC9B6-2C91-4583-8E94-24A19D833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6B4702-BD1F-4C67-9066-8667A6CC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9838F9-06FC-41F8-8D4D-6154E00D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4E808D-3488-480F-8C3C-E166E039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A8EF92-924A-49D9-B9E1-4AE9559A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064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B52CEC-1F79-4357-BC48-42D1B7FD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412"/>
                </a:solidFill>
              </a:defRPr>
            </a:pPr>
            <a:r>
              <a:rPr sz="1350" b="1">
                <a:solidFill>
                  <a:srgbClr val="FF6412"/>
                </a:solidFill>
              </a:rPr>
              <a:t>Управленческий фокус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D5E8A1-8C9A-4925-81F3-8949F2DD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2E07E2-4FB5-49F2-ADC1-EF18AFEB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{{FOCUS_1_TITLE}}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8A1C52-D8BC-4053-89E1-18B27FD4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{{FOCUS_1_TEXT}}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CD8EBD-3180-4EE5-AE57-0865ED92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BACF4E-4FC3-4E78-8F33-42A9B66C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{{FOCUS_2_TITLE}}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8A48F6-CF7C-43F2-99DA-E9C56409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{{FOCUS_2_TEXT}}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3538B5-1A85-45ED-8F77-84D504D6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4FFD62-25DC-4E58-B46D-402D2092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{{FOCUS_3_TITLE}}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3CFED4-5936-4B7D-A0E6-59D6AE08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{{FOCUS_3_TEXT}}</a:t>
            </a:r>
          </a:p>
        </p:txBody>
      </p:sp>
    </p:spTree>
    <p:extLst>
      <p:ext uri="{BB962C8B-B14F-4D97-AF65-F5344CB8AC3E}">
        <p14:creationId xmlns:p14="http://schemas.microsoft.com/office/powerpoint/2010/main" val="15202052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53A15B-CA0A-4F5A-BC73-E0E7CAA4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165285930a4336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A0A961-6C6E-4FBF-B965-141731DE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Четыре риска требуют управленческого внимания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0E2543-4A38-47B7-8726-44EF2BFC3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99E67E-6929-45B8-80FF-D8BDACBA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DB7D58-FDC2-4C69-8C2D-D2480A06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1022E1-2AC4-40AB-8A31-892E0CB5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222021-312C-4481-8244-8E2684807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8AA6F1-2668-4F29-AB67-746029A4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430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{{RISK_1_LEVEL}}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42A43F-2F02-4315-A681-48585CF43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3906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DE897C-C38D-428D-8AC9-0DBC52A93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954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{{RISK_1_IMPACT}}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07C3F7-EB47-4771-97F1-A664A782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1145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E76321-AF99-498C-9ED5-10CBE1F1C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0764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{{RISK_1_RECOMMENDATION}}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A59975-D6D3-47CD-B7F1-F42DD4292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4955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325E7D-3FDE-41CD-93C0-D4ACF39B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98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D948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03B9C3-693B-4ADD-9F28-7C8BF7784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62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{{RISK_2_LEVEL}}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E52B1D-8A18-41C4-9544-AD9E415CF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6098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{{RISK_2_TITLE}}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40CB4-BE3A-407A-84C7-561906F2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9146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{{RISK_2_IMPACT}}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2F7A9B-FA58-4F6A-B0FD-B2A7BAB4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3337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D82B98-B3F0-45D1-AE33-9C6536FE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2956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{{RISK_2_RECOMMENDATION}}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FE8D99-A682-4C19-8B38-70EB4C84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7147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482BD9-DC82-4746-90FB-642E837B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677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266A84-4B6B-44BE-BCD1-77A139DF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814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{{RISK_3_LEVEL}}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2E7B8A-4391-4FD4-AFBC-D31D6D72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8290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{{RISK_3_TITLE}}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B30736-2D5D-48EE-B0BE-BE745B65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1338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{{RISK_3_IMPACT}}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F140F7-45BB-42DE-BEBD-30A5BA0B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5529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67F916-EEC8-4800-9E02-FA41832E3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148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{{RISK_3_RECOMMENDATION}}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5D512D-23F7-4371-9E35-312411D22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9339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BC8BD4-F032-446D-9A93-61607486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BE8E01-1293-4573-B098-A70764DA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006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{{RISK_4_LEVEL}}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919CB5-B692-4221-A28F-50621945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0482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{{RISK_4_TITLE}}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E17A45-5E15-43A5-B468-EF54177B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3530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{{RISK_4_IMPACT}}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45955FA-0C28-4D98-86C2-49B44367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7721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97F84A-2747-4B8D-993C-76C7CF84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7340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{{RISK_4_RECOMMENDATION}}</a:t>
            </a:r>
          </a:p>
        </p:txBody>
      </p:sp>
    </p:spTree>
    <p:extLst>
      <p:ext uri="{BB962C8B-B14F-4D97-AF65-F5344CB8AC3E}">
        <p14:creationId xmlns:p14="http://schemas.microsoft.com/office/powerpoint/2010/main" val="20715250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86C3AE-D2DF-4FC9-ADDA-8F4FA4F81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be64f6b0e4782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3CF34-4ACD-4529-8822-D61928450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первоочередные меры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7438E2-8973-4D7E-AFFE-A973DBF9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65068F-575A-4FD3-8E8C-D8315C80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01AB6A-68DF-4B48-96C2-80ACBFC5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DB7E4E-9C6A-450A-9515-2C8F6BB4B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1FA093-B518-4B5A-A2CD-B8AF2E81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62C747-47ED-4907-B2D4-E3624574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D28A38-3A44-482C-AB8C-1F9C0B79B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BC1984-367E-4B2D-B63C-2CDC8F8B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{{REC_1_ACTION}}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BD7251-0124-4731-B86C-B6DDAB12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495BC9-30FD-43F8-BE50-F9C58729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7E36C6-22AC-43F5-B986-13789E21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{{REC_1_SOLUTION}}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F7598E-933A-45E6-8041-4A6B674A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03BA0D-7518-4DA1-89CB-62E9B26E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{{REC_1_VENDORS}}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D68C1B-4503-47BC-B448-6C73FB33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2C2485-1441-4EFD-9E38-528CDF07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17CFE2-2B2D-42EA-BE21-1F4E4AD7D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{{REC_2_TITLE}}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5CDD2F-1D34-4958-A449-348A12B99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{{REC_2_ACTION}}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1ABA0E-8CA6-4C19-BCDE-1ED1CCCD2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9F6227-5794-450F-B88F-8457A9B40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AF865E-4EA5-4004-9E7D-769C5733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{{REC_2_SOLUTION}}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C9626E-912B-4B47-895C-DE85D088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3D7128-C0AC-4E87-B3AE-2098102B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{{REC_2_VENDORS}}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E9670-0F47-42A8-A4F5-CCC13BD10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F2062A-FF07-47C5-8322-BC176317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4CC5A8-7E5F-4F26-86BA-ADA72418E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{{REC_3_TITLE}}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D6A20F-162E-4F1B-9245-87FA8E27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{{REC_3_ACTION}}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6CF555-E5D4-4994-856F-E1E0DC94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F712AE-E7FE-4BA5-A774-E364E0C1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E4A5F34-8760-469A-B13D-E6845D417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{{REC_3_SOLUTION}}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D5BC20-9B05-4DE4-B053-94F939D0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2534AA-2F79-4903-87EA-0E132735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{{REC_3_VENDORS}}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543A5F-8295-40A3-81F3-1C107DAA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F99DA0D-CA47-455C-9869-7AD03512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D7A722-9E9A-4D2D-A00D-E8315D85E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{{REC_4_TITLE}}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AE9DA1-BFEE-4A77-AA1A-38455F7C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{{REC_4_ACTION}}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FEB6F86-76D5-4A54-B7DB-9E3922678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600EC42-FC83-44BE-AE12-CDBB110B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B1D3FDC-003A-4059-A4BF-FA46D36F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{{REC_4_SOLUTION}}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293322C-8F30-4FC1-8A4F-A6339D24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AFBF806-AE06-42E2-A0F2-6D6E8F65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{{REC_4_VENDORS}}</a:t>
            </a:r>
          </a:p>
        </p:txBody>
      </p:sp>
    </p:spTree>
    <p:extLst>
      <p:ext uri="{BB962C8B-B14F-4D97-AF65-F5344CB8AC3E}">
        <p14:creationId xmlns:p14="http://schemas.microsoft.com/office/powerpoint/2010/main" val="860135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FC59F1-4B8B-4320-941D-511E8552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5791cb48004881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CED016-A0EA-4019-8555-F5015A77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следующий этап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49F5BD-1098-4B0A-BC1F-86A2A2C78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A58761-0CBE-4442-9D9B-16BE5F653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0F898F-FA60-4F78-9AAE-AEAE93170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E3D21E-5ED4-4319-AE7B-FFED5512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B04B77-A36F-4E7B-BCBF-61B72B99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919467-AB07-49B6-9FB3-67440CDDC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7F635A-74F0-456F-A371-C341DF974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{{REC_5_TITLE}}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3438C0-9E2B-4F90-B65C-2C192B4D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{{REC_5_ACTION}}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B5AB2F-8D81-498D-8DBB-F39ABBD8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992FCC-C2B6-4E68-81FD-5E1B3AFD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4CFE56-83C7-4A2D-A2F6-C54ED453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{{REC_5_SOLUTION}}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1E745C-4EC8-4151-A356-D7F58B40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4857D5-0CF0-4983-8454-B855D0D7C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{{REC_5_VENDORS}}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4E670E-A139-4B40-9245-7E4F44AB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248341-DDC1-4951-A97B-B3E76468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27237C-99B4-4797-872B-E2AE72B9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{{REC_6_TITLE}}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9519CE-C325-408B-BF3F-A47CD623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{{REC_6_ACTION}}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CBDD25-C792-4646-8497-56BFEE3A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57E8EF-4B14-4C91-A899-120080A7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24EAD3-DA83-411E-AE57-BEEA37B3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{{REC_6_SOLUTION}}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A43F86-1E7B-4EAB-AC8A-31E53AD4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5D514D-9DBC-4A31-93B9-D4CAEC6B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{{REC_6_VENDORS}}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18DD2E-FFD2-40AB-9929-809E88E9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B7FA74-ABA6-475A-A4F1-7964B098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673E5F-6F72-4519-818E-43F826C2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{{REC_7_TITLE}}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193A12-88A2-4897-B702-F9B56126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{{REC_7_ACTION}}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03D6EA-C565-4F9A-B657-2594594A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835A9E-42C7-4CA6-8B42-C215054C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DF8118-E340-4C1E-A16D-03A575A8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{{REC_7_SOLUTION}}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826F9A-1A84-4F1A-AD90-9DF8AE2E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1412F0-7E97-4F0D-8586-048E8843C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{{REC_7_VENDORS}}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8112020-F3B6-4173-926D-C45AE22D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AE5B4B8-9389-4BD6-8C7B-837D1D184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B94934-5E82-416D-8074-DBF3C445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{{REC_8_TITLE}}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1796FA-B35B-4C0A-BEB5-BCD4F4D3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{{REC_8_ACTION}}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F3937C-4089-43BF-9508-6BC965E3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F98EBC-7910-44CE-B0FF-94E40A4CE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A4D246C-BD6F-499E-ABE1-AFC015DA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{{REC_8_SOLUTION}}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169B915-8526-4B16-831E-C7AE8D2C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058E5DB-7995-417B-8C16-2D549638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{{REC_8_VENDORS}}</a:t>
            </a:r>
          </a:p>
        </p:txBody>
      </p:sp>
    </p:spTree>
    <p:extLst>
      <p:ext uri="{BB962C8B-B14F-4D97-AF65-F5344CB8AC3E}">
        <p14:creationId xmlns:p14="http://schemas.microsoft.com/office/powerpoint/2010/main" val="10204222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A78478-137E-452F-9B0E-59DD8E58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15955c7fa84c70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48C1A1-0F95-404C-A4DB-5AB9BDEA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954F4-2819-4AA4-9A54-4D3C12DE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115B97-46FC-4CAB-B8AA-29066E2BC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FC2A1D-86C0-4B4D-8A6A-01F2447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1B27EA-8AE2-424E-BEF6-72ED98DF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B1695A-C49E-4625-B525-FB3F1E79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3C39C6-75CF-45D6-9602-63F5A5A6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139C15-C36D-4957-9D54-2FBDC722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F8477B-BA40-4D7F-979E-2CB664DA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EF5975-36B5-4EC0-8911-DAD03407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{{ROADMAP_1_1}}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433D33-D097-493D-8D74-70EFAB3CE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E9EAE6-2E50-4C54-8108-F9EA90814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16F0CF-A052-429A-99D2-7F82F067E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{{ROADMAP_1_2}}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8F383A-AFEF-4344-B8A7-A59CD4CD0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F71691-8084-4207-922B-0420A024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F8C4D5-D676-4F32-8FD4-387EA0EB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31–60 дней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B794E7-1476-4F14-9D4B-4F215DC1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835DCA-0B91-4BCA-9B1C-B3B494E6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{{ROADMAP_2_1}}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5A93B9-68DE-4097-BC7E-80A08E43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2C8F90-D3A0-41A1-992C-BC6DB5EA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17453B-D3F6-492B-B35F-E7470D3D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{{ROADMAP_2_2}}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BB928F-AA96-4DE7-B438-27221EA5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85A370-D3AD-465E-AA1A-B2166094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EFDD0C-9DD1-4D5F-9BC6-A948C8750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61–90 дней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3DC65C-0427-48FE-924A-6CF4B99B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4DD81C-CCEC-4DF1-89CB-8D6D6418A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{{ROADMAP_3_1}}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D71B5A-D4C4-447D-AF7B-ABFC9A337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1B40A0-686A-4722-9CF6-BBE10D8F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D395AF-A0FE-429C-BF6C-12715F2C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{{ROADMAP_3_2}}</a:t>
            </a:r>
          </a:p>
        </p:txBody>
      </p:sp>
    </p:spTree>
    <p:extLst>
      <p:ext uri="{BB962C8B-B14F-4D97-AF65-F5344CB8AC3E}">
        <p14:creationId xmlns:p14="http://schemas.microsoft.com/office/powerpoint/2010/main" val="1354453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AECCE9-A947-46E3-9845-A356DC25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d05b7b266d4431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9A7185-0529-4EC1-B4C6-D678FD23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92C794-8D0F-4ED4-B332-CA190F93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0A7B10-6999-41C4-9112-369589DD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AAA9CF-8A3A-43A7-A01D-3BC86DD88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FD73A9-7A6B-4C05-BB84-A07F6844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72049E-288D-40F2-ADD4-68B3A05FF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F7B22C-CD09-40F8-A25F-5F330557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32A402-53F8-4907-96C7-F5CD2ACD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EACBF4-4C33-4D11-8512-2FE98119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1A77A3-EE58-4283-BFBE-04A2C654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817157-ACE0-4F49-9C7E-C5E2F5E9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A7F6F0-EA18-4E7E-8357-94DA368A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ECBC4-B0EB-42B7-BDD2-F33358B0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E41177-C953-40CB-899B-71B7FC35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B89BBC-FDE1-43F1-9B20-885A08C89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F6B47E-3587-4D44-B56D-2C6A0531A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880A7E-4697-44D7-A6E7-72DB0FAFF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9480D8-74EC-41D1-95C0-1848094A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1616"/>
                </a:solidFill>
              </a:defRPr>
            </a:pPr>
            <a:r>
              <a:rPr sz="1875" b="1">
                <a:solidFill>
                  <a:srgbClr val="161616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B4FF83-5D89-4524-B572-121ADB51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32324e5bef4a22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A99F16-EA71-47D9-9FC1-C95B5D1E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BF7A98-1D1E-4CA4-8CD0-20F27DE6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info@khalilgroup.kz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7CF64A-6959-4319-B9D5-36AC7722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+7 706 701 48 35</a:t>
            </a:r>
          </a:p>
        </p:txBody>
      </p:sp>
    </p:spTree>
    <p:extLst>
      <p:ext uri="{BB962C8B-B14F-4D97-AF65-F5344CB8AC3E}">
        <p14:creationId xmlns:p14="http://schemas.microsoft.com/office/powerpoint/2010/main" val="20449570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2026-07-17T09:28:18.1480000Z</dcterms:created>
  <dcterms:modified xsi:type="dcterms:W3CDTF">2026-07-17T09:28:18.1480000Z</dcterms:modified>
</coreProperties>
</file>